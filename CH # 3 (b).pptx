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4" d="100"/>
          <a:sy n="144" d="100"/>
        </p:scale>
        <p:origin x="65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Rehan Ashraf" userId="bf1b3b78-86b5-4a32-9cac-ca47215dcf69" providerId="ADAL" clId="{178F890E-2A9E-4344-B612-2853E0828B03}"/>
    <pc:docChg chg="undo redo custSel addSld delSld modSld">
      <pc:chgData name="Syed Rehan Ashraf" userId="bf1b3b78-86b5-4a32-9cac-ca47215dcf69" providerId="ADAL" clId="{178F890E-2A9E-4344-B612-2853E0828B03}" dt="2025-11-11T07:34:06.471" v="267" actId="14100"/>
      <pc:docMkLst>
        <pc:docMk/>
      </pc:docMkLst>
      <pc:sldChg chg="modSp mod">
        <pc:chgData name="Syed Rehan Ashraf" userId="bf1b3b78-86b5-4a32-9cac-ca47215dcf69" providerId="ADAL" clId="{178F890E-2A9E-4344-B612-2853E0828B03}" dt="2025-11-04T09:25:59.193" v="19" actId="20577"/>
        <pc:sldMkLst>
          <pc:docMk/>
          <pc:sldMk cId="3766957859" sldId="256"/>
        </pc:sldMkLst>
        <pc:spChg chg="mod">
          <ac:chgData name="Syed Rehan Ashraf" userId="bf1b3b78-86b5-4a32-9cac-ca47215dcf69" providerId="ADAL" clId="{178F890E-2A9E-4344-B612-2853E0828B03}" dt="2025-11-04T09:25:59.193" v="19" actId="20577"/>
          <ac:spMkLst>
            <pc:docMk/>
            <pc:sldMk cId="3766957859" sldId="256"/>
            <ac:spMk id="4" creationId="{00000000-0000-0000-0000-000000000000}"/>
          </ac:spMkLst>
        </pc:spChg>
        <pc:picChg chg="mod">
          <ac:chgData name="Syed Rehan Ashraf" userId="bf1b3b78-86b5-4a32-9cac-ca47215dcf69" providerId="ADAL" clId="{178F890E-2A9E-4344-B612-2853E0828B03}" dt="2025-11-04T09:25:49.982" v="12" actId="1076"/>
          <ac:picMkLst>
            <pc:docMk/>
            <pc:sldMk cId="3766957859" sldId="256"/>
            <ac:picMk id="1026" creationId="{00000000-0000-0000-0000-000000000000}"/>
          </ac:picMkLst>
        </pc:picChg>
      </pc:sldChg>
      <pc:sldChg chg="modSp mod">
        <pc:chgData name="Syed Rehan Ashraf" userId="bf1b3b78-86b5-4a32-9cac-ca47215dcf69" providerId="ADAL" clId="{178F890E-2A9E-4344-B612-2853E0828B03}" dt="2025-11-04T09:40:42.630" v="158" actId="20577"/>
        <pc:sldMkLst>
          <pc:docMk/>
          <pc:sldMk cId="4165102724" sldId="257"/>
        </pc:sldMkLst>
        <pc:spChg chg="mod">
          <ac:chgData name="Syed Rehan Ashraf" userId="bf1b3b78-86b5-4a32-9cac-ca47215dcf69" providerId="ADAL" clId="{178F890E-2A9E-4344-B612-2853E0828B03}" dt="2025-11-04T09:40:42.630" v="158" actId="20577"/>
          <ac:spMkLst>
            <pc:docMk/>
            <pc:sldMk cId="4165102724" sldId="257"/>
            <ac:spMk id="5" creationId="{6CDC753E-5005-0D85-37A1-0EAC472A0BA6}"/>
          </ac:spMkLst>
        </pc:spChg>
      </pc:sldChg>
      <pc:sldChg chg="del">
        <pc:chgData name="Syed Rehan Ashraf" userId="bf1b3b78-86b5-4a32-9cac-ca47215dcf69" providerId="ADAL" clId="{178F890E-2A9E-4344-B612-2853E0828B03}" dt="2025-11-04T09:26:20.328" v="21" actId="47"/>
        <pc:sldMkLst>
          <pc:docMk/>
          <pc:sldMk cId="3838805200" sldId="258"/>
        </pc:sldMkLst>
      </pc:sldChg>
      <pc:sldChg chg="del">
        <pc:chgData name="Syed Rehan Ashraf" userId="bf1b3b78-86b5-4a32-9cac-ca47215dcf69" providerId="ADAL" clId="{178F890E-2A9E-4344-B612-2853E0828B03}" dt="2025-11-04T09:26:20.328" v="21" actId="47"/>
        <pc:sldMkLst>
          <pc:docMk/>
          <pc:sldMk cId="3551388396" sldId="259"/>
        </pc:sldMkLst>
      </pc:sldChg>
      <pc:sldChg chg="del">
        <pc:chgData name="Syed Rehan Ashraf" userId="bf1b3b78-86b5-4a32-9cac-ca47215dcf69" providerId="ADAL" clId="{178F890E-2A9E-4344-B612-2853E0828B03}" dt="2025-11-04T09:26:20.328" v="21" actId="47"/>
        <pc:sldMkLst>
          <pc:docMk/>
          <pc:sldMk cId="317437670" sldId="260"/>
        </pc:sldMkLst>
      </pc:sldChg>
      <pc:sldChg chg="del">
        <pc:chgData name="Syed Rehan Ashraf" userId="bf1b3b78-86b5-4a32-9cac-ca47215dcf69" providerId="ADAL" clId="{178F890E-2A9E-4344-B612-2853E0828B03}" dt="2025-11-04T09:26:20.328" v="21" actId="47"/>
        <pc:sldMkLst>
          <pc:docMk/>
          <pc:sldMk cId="4109135100" sldId="261"/>
        </pc:sldMkLst>
      </pc:sldChg>
      <pc:sldChg chg="del">
        <pc:chgData name="Syed Rehan Ashraf" userId="bf1b3b78-86b5-4a32-9cac-ca47215dcf69" providerId="ADAL" clId="{178F890E-2A9E-4344-B612-2853E0828B03}" dt="2025-11-04T09:26:20.328" v="21" actId="47"/>
        <pc:sldMkLst>
          <pc:docMk/>
          <pc:sldMk cId="2196343477" sldId="262"/>
        </pc:sldMkLst>
      </pc:sldChg>
      <pc:sldChg chg="modSp add del mod">
        <pc:chgData name="Syed Rehan Ashraf" userId="bf1b3b78-86b5-4a32-9cac-ca47215dcf69" providerId="ADAL" clId="{178F890E-2A9E-4344-B612-2853E0828B03}" dt="2025-11-04T09:28:40.876" v="78" actId="20577"/>
        <pc:sldMkLst>
          <pc:docMk/>
          <pc:sldMk cId="2190335776" sldId="263"/>
        </pc:sldMkLst>
        <pc:spChg chg="mod">
          <ac:chgData name="Syed Rehan Ashraf" userId="bf1b3b78-86b5-4a32-9cac-ca47215dcf69" providerId="ADAL" clId="{178F890E-2A9E-4344-B612-2853E0828B03}" dt="2025-11-04T09:28:40.876" v="78" actId="20577"/>
          <ac:spMkLst>
            <pc:docMk/>
            <pc:sldMk cId="2190335776" sldId="263"/>
            <ac:spMk id="3" creationId="{7275D78C-3ACE-4832-BDB9-56417226E7A9}"/>
          </ac:spMkLst>
        </pc:spChg>
      </pc:sldChg>
      <pc:sldChg chg="addSp delSp new mod">
        <pc:chgData name="Syed Rehan Ashraf" userId="bf1b3b78-86b5-4a32-9cac-ca47215dcf69" providerId="ADAL" clId="{178F890E-2A9E-4344-B612-2853E0828B03}" dt="2025-11-04T09:29:04.139" v="82" actId="22"/>
        <pc:sldMkLst>
          <pc:docMk/>
          <pc:sldMk cId="3520698455" sldId="264"/>
        </pc:sldMkLst>
        <pc:spChg chg="del">
          <ac:chgData name="Syed Rehan Ashraf" userId="bf1b3b78-86b5-4a32-9cac-ca47215dcf69" providerId="ADAL" clId="{178F890E-2A9E-4344-B612-2853E0828B03}" dt="2025-11-04T09:28:59.414" v="80" actId="478"/>
          <ac:spMkLst>
            <pc:docMk/>
            <pc:sldMk cId="3520698455" sldId="264"/>
            <ac:spMk id="2" creationId="{488FB0E6-2087-43D5-BD7C-FA8259ADEAD5}"/>
          </ac:spMkLst>
        </pc:spChg>
        <pc:spChg chg="del">
          <ac:chgData name="Syed Rehan Ashraf" userId="bf1b3b78-86b5-4a32-9cac-ca47215dcf69" providerId="ADAL" clId="{178F890E-2A9E-4344-B612-2853E0828B03}" dt="2025-11-04T09:29:02.861" v="81" actId="478"/>
          <ac:spMkLst>
            <pc:docMk/>
            <pc:sldMk cId="3520698455" sldId="264"/>
            <ac:spMk id="3" creationId="{AEDDFF98-3BA7-4172-8955-A0AFC38FBECE}"/>
          </ac:spMkLst>
        </pc:spChg>
        <pc:picChg chg="add">
          <ac:chgData name="Syed Rehan Ashraf" userId="bf1b3b78-86b5-4a32-9cac-ca47215dcf69" providerId="ADAL" clId="{178F890E-2A9E-4344-B612-2853E0828B03}" dt="2025-11-04T09:29:04.139" v="82" actId="22"/>
          <ac:picMkLst>
            <pc:docMk/>
            <pc:sldMk cId="3520698455" sldId="264"/>
            <ac:picMk id="5" creationId="{9B60C354-E69D-4C7C-AC86-66EB05B89763}"/>
          </ac:picMkLst>
        </pc:picChg>
      </pc:sldChg>
      <pc:sldChg chg="addSp delSp modSp new mod">
        <pc:chgData name="Syed Rehan Ashraf" userId="bf1b3b78-86b5-4a32-9cac-ca47215dcf69" providerId="ADAL" clId="{178F890E-2A9E-4344-B612-2853E0828B03}" dt="2025-11-04T09:35:14.842" v="150" actId="14100"/>
        <pc:sldMkLst>
          <pc:docMk/>
          <pc:sldMk cId="3310076650" sldId="265"/>
        </pc:sldMkLst>
        <pc:spChg chg="del mod">
          <ac:chgData name="Syed Rehan Ashraf" userId="bf1b3b78-86b5-4a32-9cac-ca47215dcf69" providerId="ADAL" clId="{178F890E-2A9E-4344-B612-2853E0828B03}" dt="2025-11-04T09:29:34.667" v="89" actId="478"/>
          <ac:spMkLst>
            <pc:docMk/>
            <pc:sldMk cId="3310076650" sldId="265"/>
            <ac:spMk id="2" creationId="{9D8914C0-BFDA-4808-9423-CC10FE793C5B}"/>
          </ac:spMkLst>
        </pc:spChg>
        <pc:spChg chg="mod">
          <ac:chgData name="Syed Rehan Ashraf" userId="bf1b3b78-86b5-4a32-9cac-ca47215dcf69" providerId="ADAL" clId="{178F890E-2A9E-4344-B612-2853E0828B03}" dt="2025-11-04T09:35:14.842" v="150" actId="14100"/>
          <ac:spMkLst>
            <pc:docMk/>
            <pc:sldMk cId="3310076650" sldId="265"/>
            <ac:spMk id="3" creationId="{0D1C5971-F4D3-4E59-8941-B79863B0C4A4}"/>
          </ac:spMkLst>
        </pc:spChg>
        <pc:spChg chg="add del">
          <ac:chgData name="Syed Rehan Ashraf" userId="bf1b3b78-86b5-4a32-9cac-ca47215dcf69" providerId="ADAL" clId="{178F890E-2A9E-4344-B612-2853E0828B03}" dt="2025-11-04T09:33:03.514" v="112"/>
          <ac:spMkLst>
            <pc:docMk/>
            <pc:sldMk cId="3310076650" sldId="265"/>
            <ac:spMk id="4" creationId="{EF3A8109-2E14-4FDE-88D9-C1021767CF7C}"/>
          </ac:spMkLst>
        </pc:spChg>
        <pc:spChg chg="add del">
          <ac:chgData name="Syed Rehan Ashraf" userId="bf1b3b78-86b5-4a32-9cac-ca47215dcf69" providerId="ADAL" clId="{178F890E-2A9E-4344-B612-2853E0828B03}" dt="2025-11-04T09:33:09.714" v="115"/>
          <ac:spMkLst>
            <pc:docMk/>
            <pc:sldMk cId="3310076650" sldId="265"/>
            <ac:spMk id="5" creationId="{B4C1E63A-A1C3-4320-BF7A-5E6497238FA5}"/>
          </ac:spMkLst>
        </pc:spChg>
        <pc:spChg chg="add del">
          <ac:chgData name="Syed Rehan Ashraf" userId="bf1b3b78-86b5-4a32-9cac-ca47215dcf69" providerId="ADAL" clId="{178F890E-2A9E-4344-B612-2853E0828B03}" dt="2025-11-04T09:33:21.467" v="117"/>
          <ac:spMkLst>
            <pc:docMk/>
            <pc:sldMk cId="3310076650" sldId="265"/>
            <ac:spMk id="6" creationId="{90F9AB0E-0371-4500-8AC2-49977371A442}"/>
          </ac:spMkLst>
        </pc:spChg>
        <pc:spChg chg="add del">
          <ac:chgData name="Syed Rehan Ashraf" userId="bf1b3b78-86b5-4a32-9cac-ca47215dcf69" providerId="ADAL" clId="{178F890E-2A9E-4344-B612-2853E0828B03}" dt="2025-11-04T09:33:28.744" v="121"/>
          <ac:spMkLst>
            <pc:docMk/>
            <pc:sldMk cId="3310076650" sldId="265"/>
            <ac:spMk id="7" creationId="{7AE48A91-B2C8-41E7-9557-4AD87EC897BF}"/>
          </ac:spMkLst>
        </pc:spChg>
        <pc:spChg chg="add mod">
          <ac:chgData name="Syed Rehan Ashraf" userId="bf1b3b78-86b5-4a32-9cac-ca47215dcf69" providerId="ADAL" clId="{178F890E-2A9E-4344-B612-2853E0828B03}" dt="2025-11-04T09:35:08.164" v="147" actId="14100"/>
          <ac:spMkLst>
            <pc:docMk/>
            <pc:sldMk cId="3310076650" sldId="265"/>
            <ac:spMk id="8" creationId="{31DE5942-778E-4F8F-88FA-A0DA3739620F}"/>
          </ac:spMkLst>
        </pc:spChg>
      </pc:sldChg>
      <pc:sldChg chg="addSp modSp new mod">
        <pc:chgData name="Syed Rehan Ashraf" userId="bf1b3b78-86b5-4a32-9cac-ca47215dcf69" providerId="ADAL" clId="{178F890E-2A9E-4344-B612-2853E0828B03}" dt="2025-11-11T07:25:34.077" v="180" actId="255"/>
        <pc:sldMkLst>
          <pc:docMk/>
          <pc:sldMk cId="3331578975" sldId="266"/>
        </pc:sldMkLst>
        <pc:spChg chg="mod">
          <ac:chgData name="Syed Rehan Ashraf" userId="bf1b3b78-86b5-4a32-9cac-ca47215dcf69" providerId="ADAL" clId="{178F890E-2A9E-4344-B612-2853E0828B03}" dt="2025-11-11T07:25:05.234" v="171" actId="27636"/>
          <ac:spMkLst>
            <pc:docMk/>
            <pc:sldMk cId="3331578975" sldId="266"/>
            <ac:spMk id="2" creationId="{0DE07DDD-AAB2-4183-80C9-8B823AC88ACF}"/>
          </ac:spMkLst>
        </pc:spChg>
        <pc:spChg chg="mod">
          <ac:chgData name="Syed Rehan Ashraf" userId="bf1b3b78-86b5-4a32-9cac-ca47215dcf69" providerId="ADAL" clId="{178F890E-2A9E-4344-B612-2853E0828B03}" dt="2025-11-11T07:25:34.077" v="180" actId="255"/>
          <ac:spMkLst>
            <pc:docMk/>
            <pc:sldMk cId="3331578975" sldId="266"/>
            <ac:spMk id="3" creationId="{D2443333-ACC3-4CAD-9264-B5E0E8E0DBE5}"/>
          </ac:spMkLst>
        </pc:spChg>
        <pc:picChg chg="add mod">
          <ac:chgData name="Syed Rehan Ashraf" userId="bf1b3b78-86b5-4a32-9cac-ca47215dcf69" providerId="ADAL" clId="{178F890E-2A9E-4344-B612-2853E0828B03}" dt="2025-11-11T07:25:22.367" v="177" actId="14100"/>
          <ac:picMkLst>
            <pc:docMk/>
            <pc:sldMk cId="3331578975" sldId="266"/>
            <ac:picMk id="5" creationId="{036CAEB0-BA07-4152-A58B-966CB037D745}"/>
          </ac:picMkLst>
        </pc:picChg>
      </pc:sldChg>
      <pc:sldChg chg="addSp delSp modSp new mod">
        <pc:chgData name="Syed Rehan Ashraf" userId="bf1b3b78-86b5-4a32-9cac-ca47215dcf69" providerId="ADAL" clId="{178F890E-2A9E-4344-B612-2853E0828B03}" dt="2025-11-11T07:28:14.766" v="203" actId="123"/>
        <pc:sldMkLst>
          <pc:docMk/>
          <pc:sldMk cId="2918842084" sldId="267"/>
        </pc:sldMkLst>
        <pc:spChg chg="del">
          <ac:chgData name="Syed Rehan Ashraf" userId="bf1b3b78-86b5-4a32-9cac-ca47215dcf69" providerId="ADAL" clId="{178F890E-2A9E-4344-B612-2853E0828B03}" dt="2025-11-11T07:24:30.730" v="164" actId="478"/>
          <ac:spMkLst>
            <pc:docMk/>
            <pc:sldMk cId="2918842084" sldId="267"/>
            <ac:spMk id="2" creationId="{3F9B0701-E1E2-4D5C-81A1-507DF91DC3D8}"/>
          </ac:spMkLst>
        </pc:spChg>
        <pc:spChg chg="add del mod">
          <ac:chgData name="Syed Rehan Ashraf" userId="bf1b3b78-86b5-4a32-9cac-ca47215dcf69" providerId="ADAL" clId="{178F890E-2A9E-4344-B612-2853E0828B03}" dt="2025-11-11T07:28:14.766" v="203" actId="123"/>
          <ac:spMkLst>
            <pc:docMk/>
            <pc:sldMk cId="2918842084" sldId="267"/>
            <ac:spMk id="3" creationId="{45C0EB27-4A3B-430B-82A5-957DBB7D34A1}"/>
          </ac:spMkLst>
        </pc:spChg>
        <pc:spChg chg="add del mod">
          <ac:chgData name="Syed Rehan Ashraf" userId="bf1b3b78-86b5-4a32-9cac-ca47215dcf69" providerId="ADAL" clId="{178F890E-2A9E-4344-B612-2853E0828B03}" dt="2025-11-11T07:27:29.664" v="192"/>
          <ac:spMkLst>
            <pc:docMk/>
            <pc:sldMk cId="2918842084" sldId="267"/>
            <ac:spMk id="6" creationId="{B10A43F3-8BB1-4138-8CAE-6BF16F08A982}"/>
          </ac:spMkLst>
        </pc:spChg>
        <pc:spChg chg="add del mod">
          <ac:chgData name="Syed Rehan Ashraf" userId="bf1b3b78-86b5-4a32-9cac-ca47215dcf69" providerId="ADAL" clId="{178F890E-2A9E-4344-B612-2853E0828B03}" dt="2025-11-11T07:27:37.523" v="194"/>
          <ac:spMkLst>
            <pc:docMk/>
            <pc:sldMk cId="2918842084" sldId="267"/>
            <ac:spMk id="7" creationId="{BE141F2C-6E23-44E3-8AB2-9FB77E708286}"/>
          </ac:spMkLst>
        </pc:spChg>
        <pc:spChg chg="add del mod">
          <ac:chgData name="Syed Rehan Ashraf" userId="bf1b3b78-86b5-4a32-9cac-ca47215dcf69" providerId="ADAL" clId="{178F890E-2A9E-4344-B612-2853E0828B03}" dt="2025-11-11T07:27:46.063" v="196"/>
          <ac:spMkLst>
            <pc:docMk/>
            <pc:sldMk cId="2918842084" sldId="267"/>
            <ac:spMk id="8" creationId="{E99013C0-D025-4B31-96C8-8C331ECA23D1}"/>
          </ac:spMkLst>
        </pc:spChg>
        <pc:picChg chg="add mod">
          <ac:chgData name="Syed Rehan Ashraf" userId="bf1b3b78-86b5-4a32-9cac-ca47215dcf69" providerId="ADAL" clId="{178F890E-2A9E-4344-B612-2853E0828B03}" dt="2025-11-11T07:28:10.911" v="202" actId="14100"/>
          <ac:picMkLst>
            <pc:docMk/>
            <pc:sldMk cId="2918842084" sldId="267"/>
            <ac:picMk id="5" creationId="{86A996BE-22CD-49EF-A25E-43B9D0F76217}"/>
          </ac:picMkLst>
        </pc:picChg>
      </pc:sldChg>
      <pc:sldChg chg="addSp modSp new mod">
        <pc:chgData name="Syed Rehan Ashraf" userId="bf1b3b78-86b5-4a32-9cac-ca47215dcf69" providerId="ADAL" clId="{178F890E-2A9E-4344-B612-2853E0828B03}" dt="2025-11-11T07:33:20.751" v="259" actId="12"/>
        <pc:sldMkLst>
          <pc:docMk/>
          <pc:sldMk cId="811858153" sldId="268"/>
        </pc:sldMkLst>
        <pc:spChg chg="mod">
          <ac:chgData name="Syed Rehan Ashraf" userId="bf1b3b78-86b5-4a32-9cac-ca47215dcf69" providerId="ADAL" clId="{178F890E-2A9E-4344-B612-2853E0828B03}" dt="2025-11-11T07:29:54.960" v="211" actId="27636"/>
          <ac:spMkLst>
            <pc:docMk/>
            <pc:sldMk cId="811858153" sldId="268"/>
            <ac:spMk id="2" creationId="{DDF61242-DF3F-4705-88E6-676895D606D6}"/>
          </ac:spMkLst>
        </pc:spChg>
        <pc:spChg chg="mod">
          <ac:chgData name="Syed Rehan Ashraf" userId="bf1b3b78-86b5-4a32-9cac-ca47215dcf69" providerId="ADAL" clId="{178F890E-2A9E-4344-B612-2853E0828B03}" dt="2025-11-11T07:33:20.751" v="259" actId="12"/>
          <ac:spMkLst>
            <pc:docMk/>
            <pc:sldMk cId="811858153" sldId="268"/>
            <ac:spMk id="3" creationId="{8745C8CC-1754-4BCB-A612-816CB6147E42}"/>
          </ac:spMkLst>
        </pc:spChg>
        <pc:picChg chg="add mod">
          <ac:chgData name="Syed Rehan Ashraf" userId="bf1b3b78-86b5-4a32-9cac-ca47215dcf69" providerId="ADAL" clId="{178F890E-2A9E-4344-B612-2853E0828B03}" dt="2025-11-11T07:31:13.976" v="226" actId="1076"/>
          <ac:picMkLst>
            <pc:docMk/>
            <pc:sldMk cId="811858153" sldId="268"/>
            <ac:picMk id="5" creationId="{669760F7-F3E8-4993-8B7C-FBA568BF5215}"/>
          </ac:picMkLst>
        </pc:picChg>
      </pc:sldChg>
      <pc:sldChg chg="modSp new mod">
        <pc:chgData name="Syed Rehan Ashraf" userId="bf1b3b78-86b5-4a32-9cac-ca47215dcf69" providerId="ADAL" clId="{178F890E-2A9E-4344-B612-2853E0828B03}" dt="2025-11-11T07:33:10.093" v="256" actId="12"/>
        <pc:sldMkLst>
          <pc:docMk/>
          <pc:sldMk cId="250726453" sldId="269"/>
        </pc:sldMkLst>
        <pc:spChg chg="mod">
          <ac:chgData name="Syed Rehan Ashraf" userId="bf1b3b78-86b5-4a32-9cac-ca47215dcf69" providerId="ADAL" clId="{178F890E-2A9E-4344-B612-2853E0828B03}" dt="2025-11-11T07:31:41.330" v="233" actId="113"/>
          <ac:spMkLst>
            <pc:docMk/>
            <pc:sldMk cId="250726453" sldId="269"/>
            <ac:spMk id="2" creationId="{67415BE8-171D-4AC5-8A1F-3C49F3BDBF61}"/>
          </ac:spMkLst>
        </pc:spChg>
        <pc:spChg chg="mod">
          <ac:chgData name="Syed Rehan Ashraf" userId="bf1b3b78-86b5-4a32-9cac-ca47215dcf69" providerId="ADAL" clId="{178F890E-2A9E-4344-B612-2853E0828B03}" dt="2025-11-11T07:33:10.093" v="256" actId="12"/>
          <ac:spMkLst>
            <pc:docMk/>
            <pc:sldMk cId="250726453" sldId="269"/>
            <ac:spMk id="3" creationId="{A5A813D2-CDE7-4DBA-B7CD-9901AAC77599}"/>
          </ac:spMkLst>
        </pc:spChg>
      </pc:sldChg>
      <pc:sldChg chg="addSp delSp modSp new mod">
        <pc:chgData name="Syed Rehan Ashraf" userId="bf1b3b78-86b5-4a32-9cac-ca47215dcf69" providerId="ADAL" clId="{178F890E-2A9E-4344-B612-2853E0828B03}" dt="2025-11-11T07:34:06.471" v="267" actId="14100"/>
        <pc:sldMkLst>
          <pc:docMk/>
          <pc:sldMk cId="1768829800" sldId="270"/>
        </pc:sldMkLst>
        <pc:spChg chg="del">
          <ac:chgData name="Syed Rehan Ashraf" userId="bf1b3b78-86b5-4a32-9cac-ca47215dcf69" providerId="ADAL" clId="{178F890E-2A9E-4344-B612-2853E0828B03}" dt="2025-11-11T07:34:01.129" v="264" actId="478"/>
          <ac:spMkLst>
            <pc:docMk/>
            <pc:sldMk cId="1768829800" sldId="270"/>
            <ac:spMk id="2" creationId="{8FD44054-7C20-42DF-B63D-02448849366A}"/>
          </ac:spMkLst>
        </pc:spChg>
        <pc:spChg chg="del">
          <ac:chgData name="Syed Rehan Ashraf" userId="bf1b3b78-86b5-4a32-9cac-ca47215dcf69" providerId="ADAL" clId="{178F890E-2A9E-4344-B612-2853E0828B03}" dt="2025-11-11T07:33:58.603" v="263" actId="478"/>
          <ac:spMkLst>
            <pc:docMk/>
            <pc:sldMk cId="1768829800" sldId="270"/>
            <ac:spMk id="3" creationId="{2885EDFE-657C-43CA-A1EC-0CA26CD5151F}"/>
          </ac:spMkLst>
        </pc:spChg>
        <pc:picChg chg="add mod">
          <ac:chgData name="Syed Rehan Ashraf" userId="bf1b3b78-86b5-4a32-9cac-ca47215dcf69" providerId="ADAL" clId="{178F890E-2A9E-4344-B612-2853E0828B03}" dt="2025-11-11T07:34:06.471" v="267" actId="14100"/>
          <ac:picMkLst>
            <pc:docMk/>
            <pc:sldMk cId="1768829800" sldId="270"/>
            <ac:picMk id="5" creationId="{C1DB726A-E55F-49CE-9A85-8CAE05973C5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36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43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51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91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3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866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166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650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80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A4506-A915-448E-9713-B5DD9F6916BA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F2F1A-C623-4ADB-A14D-87DE4DB5B6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798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NZAR\Desktop\Training Course Templates\PPT 1\COver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4" y="104775"/>
            <a:ext cx="8971332" cy="4933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ZAR\Desktop\UMT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918" y="2800350"/>
            <a:ext cx="762000" cy="76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286000" y="1371421"/>
            <a:ext cx="53137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/>
              <a:t>Measuring logistics costs and performance (Part b)</a:t>
            </a:r>
            <a:br>
              <a:rPr lang="en-US" sz="3600" b="1" dirty="0"/>
            </a:br>
            <a:r>
              <a:rPr lang="en-US" sz="3600" b="1" dirty="0"/>
              <a:t>CH #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81400" y="2488852"/>
            <a:ext cx="2971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400" dirty="0">
              <a:solidFill>
                <a:schemeClr val="bg1"/>
              </a:solidFill>
            </a:endParaRPr>
          </a:p>
          <a:p>
            <a:pPr algn="ctr"/>
            <a:endParaRPr lang="en-US" sz="1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95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NZAR\Desktop\Training Course Templates\PPT 1\COver-02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8" y="57151"/>
            <a:ext cx="8729662" cy="4908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066800" y="438150"/>
            <a:ext cx="29242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b="1" dirty="0">
                <a:solidFill>
                  <a:schemeClr val="bg1"/>
                </a:solidFill>
                <a:latin typeface="Calibri" pitchFamily="34" charset="0"/>
                <a:cs typeface="Calibri" pitchFamily="34" charset="0"/>
              </a:rPr>
              <a:t>Main Title Goes Here….</a:t>
            </a:r>
          </a:p>
        </p:txBody>
      </p:sp>
      <p:pic>
        <p:nvPicPr>
          <p:cNvPr id="2052" name="Picture 4" descr="C:\Users\ANZAR\Desktop\Training Course Templates\PPT 1\COver-03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33804"/>
            <a:ext cx="8893969" cy="5002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6705600" y="4564792"/>
            <a:ext cx="14457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www.umt.edu.pk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C753E-5005-0D85-37A1-0EAC472A0BA6}"/>
              </a:ext>
            </a:extLst>
          </p:cNvPr>
          <p:cNvSpPr txBox="1"/>
          <p:nvPr/>
        </p:nvSpPr>
        <p:spPr>
          <a:xfrm>
            <a:off x="914400" y="1136878"/>
            <a:ext cx="67056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and the bottom line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Logistics and shareholder value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Logistics cost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concept of total cost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Principles of logistics costing (Understanding </a:t>
            </a:r>
            <a:r>
              <a:rPr lang="en-US" b="1"/>
              <a:t>the cost-to-serve)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Customer profitability analysis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 product profitability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Cost drivers and activity-based costing 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1651027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7E4F-E642-4E35-B3C1-A2919C5FA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Bef>
                <a:spcPct val="20000"/>
              </a:spcBef>
            </a:pPr>
            <a:r>
              <a:rPr lang="en-US" sz="1800" b="1" i="1" u="sng" dirty="0">
                <a:solidFill>
                  <a:srgbClr val="000000"/>
                </a:solidFill>
                <a:latin typeface="HelveticaNeueLTW1G-Lt"/>
                <a:ea typeface="+mn-ea"/>
                <a:cs typeface="+mn-cs"/>
              </a:rPr>
              <a:t>The role of cash flow in creating shareholder value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5D78C-3ACE-4832-BDB9-56417226E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95350"/>
            <a:ext cx="8229600" cy="3699273"/>
          </a:xfrm>
        </p:spPr>
        <p:txBody>
          <a:bodyPr>
            <a:normAutofit lnSpcReduction="10000"/>
          </a:bodyPr>
          <a:lstStyle/>
          <a:p>
            <a:pPr algn="l"/>
            <a:r>
              <a:rPr lang="en-US" sz="1800" b="0" i="0" u="none" strike="noStrike" baseline="0" dirty="0">
                <a:solidFill>
                  <a:srgbClr val="000000"/>
                </a:solidFill>
                <a:latin typeface="HelveticaNeueLTW1G-Lt"/>
              </a:rPr>
              <a:t>Thus the challenge to managers seeking to enhance shareholder value is to identify strategies that can directly or indirectly affect free cash flow. Srivastava </a:t>
            </a:r>
            <a:r>
              <a:rPr lang="en-US" sz="1800" b="0" i="1" u="none" strike="noStrike" baseline="0" dirty="0">
                <a:solidFill>
                  <a:srgbClr val="000000"/>
                </a:solidFill>
                <a:latin typeface="HelveticaNeueLTW1G-LtIt"/>
              </a:rPr>
              <a:t>et al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HelveticaNeueLTW1G-Lt"/>
              </a:rPr>
              <a:t>.4 have suggested that the value of any strategy is inherently driven by:</a:t>
            </a:r>
          </a:p>
          <a:p>
            <a:pPr algn="l">
              <a:buFont typeface="+mj-lt"/>
              <a:buAutoNum type="arabicPeriod"/>
            </a:pPr>
            <a:r>
              <a:rPr lang="en-US" sz="1800" dirty="0">
                <a:latin typeface="HelveticaNeueLTW1G-Md"/>
              </a:rPr>
              <a:t>A</a:t>
            </a:r>
            <a:r>
              <a:rPr lang="en-US" sz="1800" b="0" i="0" u="none" strike="noStrike" baseline="0" dirty="0">
                <a:latin typeface="HelveticaNeueLTW1G-Lt"/>
              </a:rPr>
              <a:t>n acceleration of cash flows because risk and time adjustments reduce the value of later cash flows;</a:t>
            </a:r>
          </a:p>
          <a:p>
            <a:pPr algn="l">
              <a:buFont typeface="+mj-lt"/>
              <a:buAutoNum type="arabicPeriod"/>
            </a:pPr>
            <a:r>
              <a:rPr lang="en-US" sz="1800" b="0" i="0" u="none" strike="noStrike" baseline="0" dirty="0">
                <a:latin typeface="HelveticaNeueLTW1G-Lt"/>
              </a:rPr>
              <a:t>An increase in the level of cash flows (e.g. higher revenues and/or lower costs, working capital and fixed investment);</a:t>
            </a:r>
          </a:p>
          <a:p>
            <a:pPr algn="l">
              <a:buFont typeface="+mj-lt"/>
              <a:buAutoNum type="arabicPeriod"/>
            </a:pPr>
            <a:r>
              <a:rPr lang="en-US" sz="1800" dirty="0">
                <a:latin typeface="HelveticaNeueLTW1G-Md"/>
              </a:rPr>
              <a:t>A</a:t>
            </a:r>
            <a:r>
              <a:rPr lang="en-US" sz="1800" b="0" i="0" u="none" strike="noStrike" baseline="0" dirty="0">
                <a:latin typeface="HelveticaNeueLTW1G-Lt"/>
              </a:rPr>
              <a:t> reduction in risk associated with cash flows (e.g. through reduction in both volatility and vulnerability of future cash flows) and hence, indirectly, the firm’s cost of capital; and</a:t>
            </a:r>
          </a:p>
          <a:p>
            <a:pPr algn="l">
              <a:buFont typeface="+mj-lt"/>
              <a:buAutoNum type="arabicPeriod"/>
            </a:pPr>
            <a:r>
              <a:rPr lang="en-US" sz="1800" b="0" i="0" u="none" strike="noStrike" baseline="0" dirty="0">
                <a:latin typeface="HelveticaNeueLTW1G-Lt"/>
              </a:rPr>
              <a:t>The residual value of the business (long-term value can be enhanced, for example, by increasing the size of the customer base).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33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B60C354-E69D-4C7C-AC86-66EB05B89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82" y="104214"/>
            <a:ext cx="8068235" cy="4935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698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C5971-F4D3-4E59-8941-B79863B0C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500" y="971551"/>
            <a:ext cx="8763000" cy="3657600"/>
          </a:xfrm>
        </p:spPr>
        <p:txBody>
          <a:bodyPr/>
          <a:lstStyle/>
          <a:p>
            <a:pPr algn="just"/>
            <a:r>
              <a:rPr lang="en-US" sz="1800" b="0" i="0" u="none" strike="noStrike" baseline="0" dirty="0">
                <a:latin typeface="HelveticaNeueLTW1G-Lt"/>
              </a:rPr>
              <a:t>Because logistics management is a flow-oriented concept with the objective of integrating resources across a pipeline which extends from suppliers to final customers, it is desirable to have a means whereby the costs and performance of that pipeline flow can be  assessed.  </a:t>
            </a:r>
          </a:p>
          <a:p>
            <a:pPr algn="just"/>
            <a:r>
              <a:rPr lang="en-US" sz="1800" b="0" i="0" u="none" strike="noStrike" baseline="0" dirty="0">
                <a:latin typeface="HelveticaNeueLTW1G-Lt"/>
              </a:rPr>
              <a:t>Many companies struggle to adopt an integrated logistics and distribution approach due to inadequate cost information from traditional accounting systems.</a:t>
            </a:r>
          </a:p>
          <a:p>
            <a:pPr algn="just"/>
            <a:r>
              <a:rPr lang="en-US" sz="1800" dirty="0">
                <a:latin typeface="HelveticaNeueLTW1G-Lt"/>
              </a:rPr>
              <a:t>Conventional accounting aggregates costs, preventing detailed analysis of true customer or product-related logistics costs.</a:t>
            </a:r>
          </a:p>
          <a:p>
            <a:pPr algn="just"/>
            <a:r>
              <a:rPr lang="en-US" sz="1800" dirty="0">
                <a:latin typeface="HelveticaNeueLTW1G-Lt"/>
              </a:rPr>
              <a:t>Without logistics-oriented cost accounting, firms cannot accurately assess cost trade-offs or determine whether higher service levels and costs actually improve overall profitability.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1DE5942-778E-4F8F-88FA-A0DA37396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3350"/>
            <a:ext cx="8229600" cy="762000"/>
          </a:xfrm>
        </p:spPr>
        <p:txBody>
          <a:bodyPr/>
          <a:lstStyle/>
          <a:p>
            <a:pPr marL="0" indent="0" algn="l">
              <a:buNone/>
            </a:pPr>
            <a:r>
              <a:rPr lang="en-US" b="1" u="sng" dirty="0"/>
              <a:t>Logistics cost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076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07DDD-AAB2-4183-80C9-8B823AC88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4800600" cy="85725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b="1" u="sng" dirty="0"/>
              <a:t>The concept of total cost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443333-ACC3-4CAD-9264-B5E0E8E0D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52550"/>
            <a:ext cx="4800600" cy="3394472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Many logistics issues arise from decisions made without considering their full system-wide impact.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Changes in one area (e.g., order policy or production schedule) can create hidden costs in others.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Logistics affects multiple functions across the organization, making total cost assessment difficult.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Traditional accounting systems fail to capture logistics costs accurately, as they are spread across departments.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600" dirty="0"/>
              <a:t>A system-based, integrated approach is needed to understand and manage the true total cost of logistics decisions.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6CAEB0-BA07-4152-A58B-966CB037D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80560"/>
            <a:ext cx="3647500" cy="4929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578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C0EB27-4A3B-430B-82A5-957DBB7D3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759" y="143988"/>
            <a:ext cx="4448950" cy="4800600"/>
          </a:xfrm>
        </p:spPr>
        <p:txBody>
          <a:bodyPr>
            <a:normAutofit fontScale="92500"/>
          </a:bodyPr>
          <a:lstStyle/>
          <a:p>
            <a:pPr marL="342900" marR="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Traditional accounting and budgeting are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function-based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leading to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compartmentalized cost data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marR="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 reality,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logistics costs cut across departments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so policy impacts extend beyond their immediate area.</a:t>
            </a:r>
          </a:p>
          <a:p>
            <a:pPr marL="342900" marR="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change in logistics structure (e.g., adding or removing a depot) affects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transport, inventory, and communication costs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throughout the network.</a:t>
            </a:r>
          </a:p>
          <a:p>
            <a:pPr marL="342900" marR="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Incremental cost analysis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—measuring the change in total costs due to a decision—is more relevant than total cost figures.</a:t>
            </a:r>
          </a:p>
          <a:p>
            <a:pPr marL="342900" marR="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Logistics decisions are made within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existing systems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so understanding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incremental cost impact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of each change is key to sound decision-making.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A996BE-22CD-49EF-A25E-43B9D0F76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335972"/>
            <a:ext cx="4649841" cy="460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842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61242-DF3F-4705-88E6-676895D60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9371"/>
          </a:xfrm>
        </p:spPr>
        <p:txBody>
          <a:bodyPr>
            <a:normAutofit fontScale="90000"/>
          </a:bodyPr>
          <a:lstStyle/>
          <a:p>
            <a:r>
              <a:rPr lang="en-US" dirty="0"/>
              <a:t>The cost of holding inventory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5C8CC-1754-4BCB-A612-816CB6147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5" y="895350"/>
            <a:ext cx="4419600" cy="3699273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Inventory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one of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largest and least well-accounted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logistics costs.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Many managers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underestimate the true cost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holding inventory.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all related expenses are included,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inventory holding costs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can reach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around 25% per year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the inventory’s book value.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Major components of this cost include 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of capital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which reflects both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equity costs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weighted cost of capital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used to represent this mix, as even low borrowing rates are offset by shareholders’ higher expected returns.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9760F7-F3E8-4993-8B7C-FBA568BF5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895350"/>
            <a:ext cx="2581835" cy="2877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8581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15BE8-171D-4AC5-8A1F-3C49F3BDB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689371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Principles of logistics costing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813D2-CDE7-4DBA-B7CD-9901AAC77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7968"/>
            <a:ext cx="8229600" cy="3949782"/>
          </a:xfrm>
        </p:spPr>
        <p:txBody>
          <a:bodyPr>
            <a:normAutofit fontScale="92500" lnSpcReduction="10000"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main challenge in logistics costing is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focus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—traditional accounting systems lack focus on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service outputs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Logistics-oriented costing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should: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Mirror material flow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identifying costs tied to providing customer service.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  <a:tabLst>
                <a:tab pos="457200" algn="l"/>
              </a:tabLs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Allow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cost and revenue analysis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type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market segment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distribution channel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rather than using misleading averages.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Effective logistics costing requires an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output-oriented approach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starting with defined service goals and then linking costs to those outputs.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concept of a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“mission”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helps define these goals—each mission represents specific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customer service objectives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within a product/market context.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Missions 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cut across traditional functional boundaries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emphasizing a holistic, system-wide view of logistics performance and cost.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726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1DB726A-E55F-49CE-9A85-8CAE05973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4385"/>
            <a:ext cx="7848600" cy="489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82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719</Words>
  <Application>Microsoft Office PowerPoint</Application>
  <PresentationFormat>On-screen Show (16:9)</PresentationFormat>
  <Paragraphs>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HelveticaNeueLTW1G-Lt</vt:lpstr>
      <vt:lpstr>HelveticaNeueLTW1G-LtIt</vt:lpstr>
      <vt:lpstr>HelveticaNeueLTW1G-Md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The role of cash flow in creating shareholder value</vt:lpstr>
      <vt:lpstr>PowerPoint Presentation</vt:lpstr>
      <vt:lpstr>Logistics cost analysis</vt:lpstr>
      <vt:lpstr>The concept of total cost analysis</vt:lpstr>
      <vt:lpstr>PowerPoint Presentation</vt:lpstr>
      <vt:lpstr>The cost of holding inventory</vt:lpstr>
      <vt:lpstr>Principles of logistics costing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ANZAR</dc:creator>
  <cp:lastModifiedBy>Lenovo</cp:lastModifiedBy>
  <cp:revision>14</cp:revision>
  <dcterms:created xsi:type="dcterms:W3CDTF">2020-07-28T21:31:04Z</dcterms:created>
  <dcterms:modified xsi:type="dcterms:W3CDTF">2025-11-24T17:25:44Z</dcterms:modified>
</cp:coreProperties>
</file>