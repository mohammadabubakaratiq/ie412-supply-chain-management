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58" r:id="rId5"/>
    <p:sldId id="259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70" r:id="rId15"/>
    <p:sldId id="271" r:id="rId16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64B52B2-1CF5-45D1-95A8-083AE3BB3285}" v="11" dt="2025-12-17T19:28:42.19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5" d="100"/>
          <a:sy n="85" d="100"/>
        </p:scale>
        <p:origin x="96" y="15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yed Rehan" userId="cdb5a83e171f1232" providerId="LiveId" clId="{88EE759A-E161-467D-8629-51778B2E5AAE}"/>
    <pc:docChg chg="undo custSel addSld delSld modSld">
      <pc:chgData name="Syed Rehan" userId="cdb5a83e171f1232" providerId="LiveId" clId="{88EE759A-E161-467D-8629-51778B2E5AAE}" dt="2025-12-17T19:29:59.754" v="273" actId="14100"/>
      <pc:docMkLst>
        <pc:docMk/>
      </pc:docMkLst>
      <pc:sldChg chg="modSp mod">
        <pc:chgData name="Syed Rehan" userId="cdb5a83e171f1232" providerId="LiveId" clId="{88EE759A-E161-467D-8629-51778B2E5AAE}" dt="2025-12-17T19:12:10.834" v="1" actId="113"/>
        <pc:sldMkLst>
          <pc:docMk/>
          <pc:sldMk cId="4165102724" sldId="257"/>
        </pc:sldMkLst>
        <pc:spChg chg="mod">
          <ac:chgData name="Syed Rehan" userId="cdb5a83e171f1232" providerId="LiveId" clId="{88EE759A-E161-467D-8629-51778B2E5AAE}" dt="2025-12-17T19:12:10.834" v="1" actId="113"/>
          <ac:spMkLst>
            <pc:docMk/>
            <pc:sldMk cId="4165102724" sldId="257"/>
            <ac:spMk id="5" creationId="{6CDC753E-5005-0D85-37A1-0EAC472A0BA6}"/>
          </ac:spMkLst>
        </pc:spChg>
      </pc:sldChg>
      <pc:sldChg chg="modSp add mod">
        <pc:chgData name="Syed Rehan" userId="cdb5a83e171f1232" providerId="LiveId" clId="{88EE759A-E161-467D-8629-51778B2E5AAE}" dt="2025-12-17T19:15:11.409" v="70" actId="5793"/>
        <pc:sldMkLst>
          <pc:docMk/>
          <pc:sldMk cId="0" sldId="258"/>
        </pc:sldMkLst>
        <pc:spChg chg="mod">
          <ac:chgData name="Syed Rehan" userId="cdb5a83e171f1232" providerId="LiveId" clId="{88EE759A-E161-467D-8629-51778B2E5AAE}" dt="2025-12-17T19:15:11.409" v="70" actId="5793"/>
          <ac:spMkLst>
            <pc:docMk/>
            <pc:sldMk cId="0" sldId="258"/>
            <ac:spMk id="3" creationId="{00000000-0000-0000-0000-000000000000}"/>
          </ac:spMkLst>
        </pc:spChg>
      </pc:sldChg>
      <pc:sldChg chg="del">
        <pc:chgData name="Syed Rehan" userId="cdb5a83e171f1232" providerId="LiveId" clId="{88EE759A-E161-467D-8629-51778B2E5AAE}" dt="2025-12-17T19:12:21.438" v="2" actId="47"/>
        <pc:sldMkLst>
          <pc:docMk/>
          <pc:sldMk cId="3838805200" sldId="258"/>
        </pc:sldMkLst>
      </pc:sldChg>
      <pc:sldChg chg="modSp add mod">
        <pc:chgData name="Syed Rehan" userId="cdb5a83e171f1232" providerId="LiveId" clId="{88EE759A-E161-467D-8629-51778B2E5AAE}" dt="2025-12-17T19:16:16.560" v="104"/>
        <pc:sldMkLst>
          <pc:docMk/>
          <pc:sldMk cId="0" sldId="259"/>
        </pc:sldMkLst>
        <pc:spChg chg="mod">
          <ac:chgData name="Syed Rehan" userId="cdb5a83e171f1232" providerId="LiveId" clId="{88EE759A-E161-467D-8629-51778B2E5AAE}" dt="2025-12-17T19:16:16.560" v="104"/>
          <ac:spMkLst>
            <pc:docMk/>
            <pc:sldMk cId="0" sldId="259"/>
            <ac:spMk id="2" creationId="{00000000-0000-0000-0000-000000000000}"/>
          </ac:spMkLst>
        </pc:spChg>
        <pc:spChg chg="mod">
          <ac:chgData name="Syed Rehan" userId="cdb5a83e171f1232" providerId="LiveId" clId="{88EE759A-E161-467D-8629-51778B2E5AAE}" dt="2025-12-17T19:15:49.169" v="103" actId="20577"/>
          <ac:spMkLst>
            <pc:docMk/>
            <pc:sldMk cId="0" sldId="259"/>
            <ac:spMk id="3" creationId="{00000000-0000-0000-0000-000000000000}"/>
          </ac:spMkLst>
        </pc:spChg>
      </pc:sldChg>
      <pc:sldChg chg="del">
        <pc:chgData name="Syed Rehan" userId="cdb5a83e171f1232" providerId="LiveId" clId="{88EE759A-E161-467D-8629-51778B2E5AAE}" dt="2025-12-17T19:14:27.208" v="47" actId="47"/>
        <pc:sldMkLst>
          <pc:docMk/>
          <pc:sldMk cId="3551388396" sldId="259"/>
        </pc:sldMkLst>
      </pc:sldChg>
      <pc:sldChg chg="addSp delSp modSp mod">
        <pc:chgData name="Syed Rehan" userId="cdb5a83e171f1232" providerId="LiveId" clId="{88EE759A-E161-467D-8629-51778B2E5AAE}" dt="2025-12-17T19:14:18.331" v="46" actId="20577"/>
        <pc:sldMkLst>
          <pc:docMk/>
          <pc:sldMk cId="3046779987" sldId="260"/>
        </pc:sldMkLst>
        <pc:spChg chg="del">
          <ac:chgData name="Syed Rehan" userId="cdb5a83e171f1232" providerId="LiveId" clId="{88EE759A-E161-467D-8629-51778B2E5AAE}" dt="2025-12-17T19:13:06.503" v="4" actId="478"/>
          <ac:spMkLst>
            <pc:docMk/>
            <pc:sldMk cId="3046779987" sldId="260"/>
            <ac:spMk id="3" creationId="{DF110369-34BD-B0A2-F9A4-DE3B0A43F22D}"/>
          </ac:spMkLst>
        </pc:spChg>
        <pc:spChg chg="mod">
          <ac:chgData name="Syed Rehan" userId="cdb5a83e171f1232" providerId="LiveId" clId="{88EE759A-E161-467D-8629-51778B2E5AAE}" dt="2025-12-17T19:13:17.417" v="7" actId="5793"/>
          <ac:spMkLst>
            <pc:docMk/>
            <pc:sldMk cId="3046779987" sldId="260"/>
            <ac:spMk id="4" creationId="{758196C4-F237-B53B-2A3D-A708CB2B5EEE}"/>
          </ac:spMkLst>
        </pc:spChg>
        <pc:spChg chg="add del mod">
          <ac:chgData name="Syed Rehan" userId="cdb5a83e171f1232" providerId="LiveId" clId="{88EE759A-E161-467D-8629-51778B2E5AAE}" dt="2025-12-17T19:13:12.347" v="5" actId="478"/>
          <ac:spMkLst>
            <pc:docMk/>
            <pc:sldMk cId="3046779987" sldId="260"/>
            <ac:spMk id="5" creationId="{51FBF565-CE02-0CE0-CDEC-16A44B1218BF}"/>
          </ac:spMkLst>
        </pc:spChg>
        <pc:spChg chg="add mod">
          <ac:chgData name="Syed Rehan" userId="cdb5a83e171f1232" providerId="LiveId" clId="{88EE759A-E161-467D-8629-51778B2E5AAE}" dt="2025-12-17T19:14:18.331" v="46" actId="20577"/>
          <ac:spMkLst>
            <pc:docMk/>
            <pc:sldMk cId="3046779987" sldId="260"/>
            <ac:spMk id="6" creationId="{54051747-734D-7AC1-C46C-4C94DAE4A262}"/>
          </ac:spMkLst>
        </pc:spChg>
      </pc:sldChg>
      <pc:sldChg chg="modSp add mod">
        <pc:chgData name="Syed Rehan" userId="cdb5a83e171f1232" providerId="LiveId" clId="{88EE759A-E161-467D-8629-51778B2E5AAE}" dt="2025-12-17T19:17:21.582" v="135" actId="20577"/>
        <pc:sldMkLst>
          <pc:docMk/>
          <pc:sldMk cId="0" sldId="261"/>
        </pc:sldMkLst>
        <pc:spChg chg="mod">
          <ac:chgData name="Syed Rehan" userId="cdb5a83e171f1232" providerId="LiveId" clId="{88EE759A-E161-467D-8629-51778B2E5AAE}" dt="2025-12-17T19:17:21.582" v="135" actId="20577"/>
          <ac:spMkLst>
            <pc:docMk/>
            <pc:sldMk cId="0" sldId="261"/>
            <ac:spMk id="2" creationId="{00000000-0000-0000-0000-000000000000}"/>
          </ac:spMkLst>
        </pc:spChg>
        <pc:spChg chg="mod">
          <ac:chgData name="Syed Rehan" userId="cdb5a83e171f1232" providerId="LiveId" clId="{88EE759A-E161-467D-8629-51778B2E5AAE}" dt="2025-12-17T19:17:03.609" v="133" actId="20577"/>
          <ac:spMkLst>
            <pc:docMk/>
            <pc:sldMk cId="0" sldId="261"/>
            <ac:spMk id="3" creationId="{00000000-0000-0000-0000-000000000000}"/>
          </ac:spMkLst>
        </pc:spChg>
      </pc:sldChg>
      <pc:sldChg chg="del">
        <pc:chgData name="Syed Rehan" userId="cdb5a83e171f1232" providerId="LiveId" clId="{88EE759A-E161-467D-8629-51778B2E5AAE}" dt="2025-12-17T19:14:27.208" v="47" actId="47"/>
        <pc:sldMkLst>
          <pc:docMk/>
          <pc:sldMk cId="4108840488" sldId="261"/>
        </pc:sldMkLst>
      </pc:sldChg>
      <pc:sldChg chg="modSp add mod">
        <pc:chgData name="Syed Rehan" userId="cdb5a83e171f1232" providerId="LiveId" clId="{88EE759A-E161-467D-8629-51778B2E5AAE}" dt="2025-12-17T19:17:43.771" v="146" actId="27636"/>
        <pc:sldMkLst>
          <pc:docMk/>
          <pc:sldMk cId="0" sldId="262"/>
        </pc:sldMkLst>
        <pc:spChg chg="mod">
          <ac:chgData name="Syed Rehan" userId="cdb5a83e171f1232" providerId="LiveId" clId="{88EE759A-E161-467D-8629-51778B2E5AAE}" dt="2025-12-17T19:17:28.956" v="137" actId="20577"/>
          <ac:spMkLst>
            <pc:docMk/>
            <pc:sldMk cId="0" sldId="262"/>
            <ac:spMk id="2" creationId="{00000000-0000-0000-0000-000000000000}"/>
          </ac:spMkLst>
        </pc:spChg>
        <pc:spChg chg="mod">
          <ac:chgData name="Syed Rehan" userId="cdb5a83e171f1232" providerId="LiveId" clId="{88EE759A-E161-467D-8629-51778B2E5AAE}" dt="2025-12-17T19:17:43.771" v="146" actId="27636"/>
          <ac:spMkLst>
            <pc:docMk/>
            <pc:sldMk cId="0" sldId="262"/>
            <ac:spMk id="3" creationId="{00000000-0000-0000-0000-000000000000}"/>
          </ac:spMkLst>
        </pc:spChg>
      </pc:sldChg>
      <pc:sldChg chg="del">
        <pc:chgData name="Syed Rehan" userId="cdb5a83e171f1232" providerId="LiveId" clId="{88EE759A-E161-467D-8629-51778B2E5AAE}" dt="2025-12-17T19:14:27.208" v="47" actId="47"/>
        <pc:sldMkLst>
          <pc:docMk/>
          <pc:sldMk cId="4123135471" sldId="262"/>
        </pc:sldMkLst>
      </pc:sldChg>
      <pc:sldChg chg="modSp add mod">
        <pc:chgData name="Syed Rehan" userId="cdb5a83e171f1232" providerId="LiveId" clId="{88EE759A-E161-467D-8629-51778B2E5AAE}" dt="2025-12-17T19:18:33.875" v="190" actId="5793"/>
        <pc:sldMkLst>
          <pc:docMk/>
          <pc:sldMk cId="0" sldId="263"/>
        </pc:sldMkLst>
        <pc:spChg chg="mod">
          <ac:chgData name="Syed Rehan" userId="cdb5a83e171f1232" providerId="LiveId" clId="{88EE759A-E161-467D-8629-51778B2E5AAE}" dt="2025-12-17T19:18:02.432" v="148" actId="20577"/>
          <ac:spMkLst>
            <pc:docMk/>
            <pc:sldMk cId="0" sldId="263"/>
            <ac:spMk id="2" creationId="{00000000-0000-0000-0000-000000000000}"/>
          </ac:spMkLst>
        </pc:spChg>
        <pc:spChg chg="mod">
          <ac:chgData name="Syed Rehan" userId="cdb5a83e171f1232" providerId="LiveId" clId="{88EE759A-E161-467D-8629-51778B2E5AAE}" dt="2025-12-17T19:18:33.875" v="190" actId="5793"/>
          <ac:spMkLst>
            <pc:docMk/>
            <pc:sldMk cId="0" sldId="263"/>
            <ac:spMk id="3" creationId="{00000000-0000-0000-0000-000000000000}"/>
          </ac:spMkLst>
        </pc:spChg>
      </pc:sldChg>
      <pc:sldChg chg="del">
        <pc:chgData name="Syed Rehan" userId="cdb5a83e171f1232" providerId="LiveId" clId="{88EE759A-E161-467D-8629-51778B2E5AAE}" dt="2025-12-17T19:14:27.208" v="47" actId="47"/>
        <pc:sldMkLst>
          <pc:docMk/>
          <pc:sldMk cId="103463061" sldId="263"/>
        </pc:sldMkLst>
      </pc:sldChg>
      <pc:sldChg chg="addSp modSp add mod">
        <pc:chgData name="Syed Rehan" userId="cdb5a83e171f1232" providerId="LiveId" clId="{88EE759A-E161-467D-8629-51778B2E5AAE}" dt="2025-12-17T19:20:50.355" v="201" actId="20577"/>
        <pc:sldMkLst>
          <pc:docMk/>
          <pc:sldMk cId="0" sldId="264"/>
        </pc:sldMkLst>
        <pc:spChg chg="mod">
          <ac:chgData name="Syed Rehan" userId="cdb5a83e171f1232" providerId="LiveId" clId="{88EE759A-E161-467D-8629-51778B2E5AAE}" dt="2025-12-17T19:19:14.083" v="192" actId="20577"/>
          <ac:spMkLst>
            <pc:docMk/>
            <pc:sldMk cId="0" sldId="264"/>
            <ac:spMk id="2" creationId="{00000000-0000-0000-0000-000000000000}"/>
          </ac:spMkLst>
        </pc:spChg>
        <pc:spChg chg="mod">
          <ac:chgData name="Syed Rehan" userId="cdb5a83e171f1232" providerId="LiveId" clId="{88EE759A-E161-467D-8629-51778B2E5AAE}" dt="2025-12-17T19:20:50.355" v="201" actId="20577"/>
          <ac:spMkLst>
            <pc:docMk/>
            <pc:sldMk cId="0" sldId="264"/>
            <ac:spMk id="3" creationId="{00000000-0000-0000-0000-000000000000}"/>
          </ac:spMkLst>
        </pc:spChg>
        <pc:spChg chg="add">
          <ac:chgData name="Syed Rehan" userId="cdb5a83e171f1232" providerId="LiveId" clId="{88EE759A-E161-467D-8629-51778B2E5AAE}" dt="2025-12-17T19:19:50.880" v="193"/>
          <ac:spMkLst>
            <pc:docMk/>
            <pc:sldMk cId="0" sldId="264"/>
            <ac:spMk id="4" creationId="{33A4B25C-FA53-035F-94D3-042C4AAB1D85}"/>
          </ac:spMkLst>
        </pc:spChg>
      </pc:sldChg>
      <pc:sldChg chg="del">
        <pc:chgData name="Syed Rehan" userId="cdb5a83e171f1232" providerId="LiveId" clId="{88EE759A-E161-467D-8629-51778B2E5AAE}" dt="2025-12-17T19:14:27.208" v="47" actId="47"/>
        <pc:sldMkLst>
          <pc:docMk/>
          <pc:sldMk cId="2859191306" sldId="264"/>
        </pc:sldMkLst>
      </pc:sldChg>
      <pc:sldChg chg="modSp add mod">
        <pc:chgData name="Syed Rehan" userId="cdb5a83e171f1232" providerId="LiveId" clId="{88EE759A-E161-467D-8629-51778B2E5AAE}" dt="2025-12-17T19:22:08.189" v="209" actId="27636"/>
        <pc:sldMkLst>
          <pc:docMk/>
          <pc:sldMk cId="0" sldId="265"/>
        </pc:sldMkLst>
        <pc:spChg chg="mod">
          <ac:chgData name="Syed Rehan" userId="cdb5a83e171f1232" providerId="LiveId" clId="{88EE759A-E161-467D-8629-51778B2E5AAE}" dt="2025-12-17T19:21:01.098" v="203" actId="20577"/>
          <ac:spMkLst>
            <pc:docMk/>
            <pc:sldMk cId="0" sldId="265"/>
            <ac:spMk id="2" creationId="{00000000-0000-0000-0000-000000000000}"/>
          </ac:spMkLst>
        </pc:spChg>
        <pc:spChg chg="mod">
          <ac:chgData name="Syed Rehan" userId="cdb5a83e171f1232" providerId="LiveId" clId="{88EE759A-E161-467D-8629-51778B2E5AAE}" dt="2025-12-17T19:22:08.189" v="209" actId="27636"/>
          <ac:spMkLst>
            <pc:docMk/>
            <pc:sldMk cId="0" sldId="265"/>
            <ac:spMk id="3" creationId="{00000000-0000-0000-0000-000000000000}"/>
          </ac:spMkLst>
        </pc:spChg>
      </pc:sldChg>
      <pc:sldChg chg="del">
        <pc:chgData name="Syed Rehan" userId="cdb5a83e171f1232" providerId="LiveId" clId="{88EE759A-E161-467D-8629-51778B2E5AAE}" dt="2025-12-17T19:14:27.208" v="47" actId="47"/>
        <pc:sldMkLst>
          <pc:docMk/>
          <pc:sldMk cId="232273325" sldId="265"/>
        </pc:sldMkLst>
      </pc:sldChg>
      <pc:sldChg chg="modSp add mod">
        <pc:chgData name="Syed Rehan" userId="cdb5a83e171f1232" providerId="LiveId" clId="{88EE759A-E161-467D-8629-51778B2E5AAE}" dt="2025-12-17T19:22:33.630" v="220" actId="27636"/>
        <pc:sldMkLst>
          <pc:docMk/>
          <pc:sldMk cId="0" sldId="266"/>
        </pc:sldMkLst>
        <pc:spChg chg="mod">
          <ac:chgData name="Syed Rehan" userId="cdb5a83e171f1232" providerId="LiveId" clId="{88EE759A-E161-467D-8629-51778B2E5AAE}" dt="2025-12-17T19:22:18.543" v="211" actId="20577"/>
          <ac:spMkLst>
            <pc:docMk/>
            <pc:sldMk cId="0" sldId="266"/>
            <ac:spMk id="2" creationId="{00000000-0000-0000-0000-000000000000}"/>
          </ac:spMkLst>
        </pc:spChg>
        <pc:spChg chg="mod">
          <ac:chgData name="Syed Rehan" userId="cdb5a83e171f1232" providerId="LiveId" clId="{88EE759A-E161-467D-8629-51778B2E5AAE}" dt="2025-12-17T19:22:33.630" v="220" actId="27636"/>
          <ac:spMkLst>
            <pc:docMk/>
            <pc:sldMk cId="0" sldId="266"/>
            <ac:spMk id="3" creationId="{00000000-0000-0000-0000-000000000000}"/>
          </ac:spMkLst>
        </pc:spChg>
      </pc:sldChg>
      <pc:sldChg chg="del">
        <pc:chgData name="Syed Rehan" userId="cdb5a83e171f1232" providerId="LiveId" clId="{88EE759A-E161-467D-8629-51778B2E5AAE}" dt="2025-12-17T19:14:27.208" v="47" actId="47"/>
        <pc:sldMkLst>
          <pc:docMk/>
          <pc:sldMk cId="3986013101" sldId="266"/>
        </pc:sldMkLst>
      </pc:sldChg>
      <pc:sldChg chg="modSp add mod">
        <pc:chgData name="Syed Rehan" userId="cdb5a83e171f1232" providerId="LiveId" clId="{88EE759A-E161-467D-8629-51778B2E5AAE}" dt="2025-12-17T19:23:01.425" v="227" actId="5793"/>
        <pc:sldMkLst>
          <pc:docMk/>
          <pc:sldMk cId="0" sldId="267"/>
        </pc:sldMkLst>
        <pc:spChg chg="mod">
          <ac:chgData name="Syed Rehan" userId="cdb5a83e171f1232" providerId="LiveId" clId="{88EE759A-E161-467D-8629-51778B2E5AAE}" dt="2025-12-17T19:23:01.425" v="227" actId="5793"/>
          <ac:spMkLst>
            <pc:docMk/>
            <pc:sldMk cId="0" sldId="267"/>
            <ac:spMk id="3" creationId="{00000000-0000-0000-0000-000000000000}"/>
          </ac:spMkLst>
        </pc:spChg>
      </pc:sldChg>
      <pc:sldChg chg="del">
        <pc:chgData name="Syed Rehan" userId="cdb5a83e171f1232" providerId="LiveId" clId="{88EE759A-E161-467D-8629-51778B2E5AAE}" dt="2025-12-17T19:14:27.208" v="47" actId="47"/>
        <pc:sldMkLst>
          <pc:docMk/>
          <pc:sldMk cId="436577250" sldId="267"/>
        </pc:sldMkLst>
      </pc:sldChg>
      <pc:sldChg chg="modSp add del mod">
        <pc:chgData name="Syed Rehan" userId="cdb5a83e171f1232" providerId="LiveId" clId="{88EE759A-E161-467D-8629-51778B2E5AAE}" dt="2025-12-17T19:23:09.390" v="228" actId="47"/>
        <pc:sldMkLst>
          <pc:docMk/>
          <pc:sldMk cId="0" sldId="268"/>
        </pc:sldMkLst>
        <pc:spChg chg="mod">
          <ac:chgData name="Syed Rehan" userId="cdb5a83e171f1232" providerId="LiveId" clId="{88EE759A-E161-467D-8629-51778B2E5AAE}" dt="2025-12-17T19:14:48.934" v="60" actId="27636"/>
          <ac:spMkLst>
            <pc:docMk/>
            <pc:sldMk cId="0" sldId="268"/>
            <ac:spMk id="2" creationId="{00000000-0000-0000-0000-000000000000}"/>
          </ac:spMkLst>
        </pc:spChg>
        <pc:spChg chg="mod">
          <ac:chgData name="Syed Rehan" userId="cdb5a83e171f1232" providerId="LiveId" clId="{88EE759A-E161-467D-8629-51778B2E5AAE}" dt="2025-12-17T19:14:48.934" v="59" actId="27636"/>
          <ac:spMkLst>
            <pc:docMk/>
            <pc:sldMk cId="0" sldId="268"/>
            <ac:spMk id="3" creationId="{00000000-0000-0000-0000-000000000000}"/>
          </ac:spMkLst>
        </pc:spChg>
      </pc:sldChg>
      <pc:sldChg chg="del">
        <pc:chgData name="Syed Rehan" userId="cdb5a83e171f1232" providerId="LiveId" clId="{88EE759A-E161-467D-8629-51778B2E5AAE}" dt="2025-12-17T19:14:27.208" v="47" actId="47"/>
        <pc:sldMkLst>
          <pc:docMk/>
          <pc:sldMk cId="2098822368" sldId="268"/>
        </pc:sldMkLst>
      </pc:sldChg>
      <pc:sldChg chg="modSp add mod">
        <pc:chgData name="Syed Rehan" userId="cdb5a83e171f1232" providerId="LiveId" clId="{88EE759A-E161-467D-8629-51778B2E5AAE}" dt="2025-12-17T19:23:26.606" v="232" actId="5793"/>
        <pc:sldMkLst>
          <pc:docMk/>
          <pc:sldMk cId="0" sldId="269"/>
        </pc:sldMkLst>
        <pc:spChg chg="mod">
          <ac:chgData name="Syed Rehan" userId="cdb5a83e171f1232" providerId="LiveId" clId="{88EE759A-E161-467D-8629-51778B2E5AAE}" dt="2025-12-17T19:23:26.606" v="232" actId="5793"/>
          <ac:spMkLst>
            <pc:docMk/>
            <pc:sldMk cId="0" sldId="269"/>
            <ac:spMk id="3" creationId="{00000000-0000-0000-0000-000000000000}"/>
          </ac:spMkLst>
        </pc:spChg>
      </pc:sldChg>
      <pc:sldChg chg="del">
        <pc:chgData name="Syed Rehan" userId="cdb5a83e171f1232" providerId="LiveId" clId="{88EE759A-E161-467D-8629-51778B2E5AAE}" dt="2025-12-17T19:14:27.208" v="47" actId="47"/>
        <pc:sldMkLst>
          <pc:docMk/>
          <pc:sldMk cId="491053039" sldId="269"/>
        </pc:sldMkLst>
      </pc:sldChg>
      <pc:sldChg chg="del">
        <pc:chgData name="Syed Rehan" userId="cdb5a83e171f1232" providerId="LiveId" clId="{88EE759A-E161-467D-8629-51778B2E5AAE}" dt="2025-12-17T19:14:27.208" v="47" actId="47"/>
        <pc:sldMkLst>
          <pc:docMk/>
          <pc:sldMk cId="1010650571" sldId="270"/>
        </pc:sldMkLst>
      </pc:sldChg>
      <pc:sldChg chg="addSp delSp modSp new mod setBg">
        <pc:chgData name="Syed Rehan" userId="cdb5a83e171f1232" providerId="LiveId" clId="{88EE759A-E161-467D-8629-51778B2E5AAE}" dt="2025-12-17T19:29:59.754" v="273" actId="14100"/>
        <pc:sldMkLst>
          <pc:docMk/>
          <pc:sldMk cId="1815596229" sldId="270"/>
        </pc:sldMkLst>
        <pc:spChg chg="mod">
          <ac:chgData name="Syed Rehan" userId="cdb5a83e171f1232" providerId="LiveId" clId="{88EE759A-E161-467D-8629-51778B2E5AAE}" dt="2025-12-17T19:27:18.977" v="245" actId="26606"/>
          <ac:spMkLst>
            <pc:docMk/>
            <pc:sldMk cId="1815596229" sldId="270"/>
            <ac:spMk id="2" creationId="{6E76DA1B-C011-DCE7-6DCC-FC3C0E796185}"/>
          </ac:spMkLst>
        </pc:spChg>
        <pc:spChg chg="del">
          <ac:chgData name="Syed Rehan" userId="cdb5a83e171f1232" providerId="LiveId" clId="{88EE759A-E161-467D-8629-51778B2E5AAE}" dt="2025-12-17T19:27:09.566" v="243" actId="478"/>
          <ac:spMkLst>
            <pc:docMk/>
            <pc:sldMk cId="1815596229" sldId="270"/>
            <ac:spMk id="3" creationId="{1767A3D1-E4A2-FA57-591F-566A82A36E8E}"/>
          </ac:spMkLst>
        </pc:spChg>
        <pc:spChg chg="add mod">
          <ac:chgData name="Syed Rehan" userId="cdb5a83e171f1232" providerId="LiveId" clId="{88EE759A-E161-467D-8629-51778B2E5AAE}" dt="2025-12-17T19:29:54.317" v="271" actId="1076"/>
          <ac:spMkLst>
            <pc:docMk/>
            <pc:sldMk cId="1815596229" sldId="270"/>
            <ac:spMk id="7" creationId="{D9815998-AC13-49AA-867E-BDE97A8BF10E}"/>
          </ac:spMkLst>
        </pc:spChg>
        <pc:spChg chg="add">
          <ac:chgData name="Syed Rehan" userId="cdb5a83e171f1232" providerId="LiveId" clId="{88EE759A-E161-467D-8629-51778B2E5AAE}" dt="2025-12-17T19:27:18.977" v="245" actId="26606"/>
          <ac:spMkLst>
            <pc:docMk/>
            <pc:sldMk cId="1815596229" sldId="270"/>
            <ac:spMk id="10" creationId="{D12DDE76-C203-4047-9998-63900085B5E8}"/>
          </ac:spMkLst>
        </pc:spChg>
        <pc:picChg chg="add mod">
          <ac:chgData name="Syed Rehan" userId="cdb5a83e171f1232" providerId="LiveId" clId="{88EE759A-E161-467D-8629-51778B2E5AAE}" dt="2025-12-17T19:29:59.754" v="273" actId="14100"/>
          <ac:picMkLst>
            <pc:docMk/>
            <pc:sldMk cId="1815596229" sldId="270"/>
            <ac:picMk id="5" creationId="{4092EE0B-31D7-4B1A-4350-AC9CFEDAA089}"/>
          </ac:picMkLst>
        </pc:picChg>
      </pc:sldChg>
      <pc:sldChg chg="del">
        <pc:chgData name="Syed Rehan" userId="cdb5a83e171f1232" providerId="LiveId" clId="{88EE759A-E161-467D-8629-51778B2E5AAE}" dt="2025-12-17T19:14:27.208" v="47" actId="47"/>
        <pc:sldMkLst>
          <pc:docMk/>
          <pc:sldMk cId="253628254" sldId="271"/>
        </pc:sldMkLst>
      </pc:sldChg>
      <pc:sldChg chg="modSp new mod">
        <pc:chgData name="Syed Rehan" userId="cdb5a83e171f1232" providerId="LiveId" clId="{88EE759A-E161-467D-8629-51778B2E5AAE}" dt="2025-12-17T19:29:07.563" v="265" actId="27636"/>
        <pc:sldMkLst>
          <pc:docMk/>
          <pc:sldMk cId="253628254" sldId="271"/>
        </pc:sldMkLst>
        <pc:spChg chg="mod">
          <ac:chgData name="Syed Rehan" userId="cdb5a83e171f1232" providerId="LiveId" clId="{88EE759A-E161-467D-8629-51778B2E5AAE}" dt="2025-12-17T19:28:54.229" v="260" actId="1076"/>
          <ac:spMkLst>
            <pc:docMk/>
            <pc:sldMk cId="253628254" sldId="271"/>
            <ac:spMk id="2" creationId="{89E24D5A-DB10-5C85-022E-C57DE2F6DFBA}"/>
          </ac:spMkLst>
        </pc:spChg>
        <pc:spChg chg="mod">
          <ac:chgData name="Syed Rehan" userId="cdb5a83e171f1232" providerId="LiveId" clId="{88EE759A-E161-467D-8629-51778B2E5AAE}" dt="2025-12-17T19:29:07.563" v="265" actId="27636"/>
          <ac:spMkLst>
            <pc:docMk/>
            <pc:sldMk cId="253628254" sldId="271"/>
            <ac:spMk id="3" creationId="{CD373C84-F17B-FED7-0BF3-3B57D83B92DE}"/>
          </ac:spMkLst>
        </pc:spChg>
      </pc:sldChg>
      <pc:sldChg chg="del">
        <pc:chgData name="Syed Rehan" userId="cdb5a83e171f1232" providerId="LiveId" clId="{88EE759A-E161-467D-8629-51778B2E5AAE}" dt="2025-12-17T19:14:27.208" v="47" actId="47"/>
        <pc:sldMkLst>
          <pc:docMk/>
          <pc:sldMk cId="0" sldId="272"/>
        </pc:sldMkLst>
      </pc:sldChg>
      <pc:sldChg chg="del">
        <pc:chgData name="Syed Rehan" userId="cdb5a83e171f1232" providerId="LiveId" clId="{88EE759A-E161-467D-8629-51778B2E5AAE}" dt="2025-12-17T19:14:27.208" v="47" actId="47"/>
        <pc:sldMkLst>
          <pc:docMk/>
          <pc:sldMk cId="0" sldId="273"/>
        </pc:sldMkLst>
      </pc:sldChg>
      <pc:sldChg chg="del">
        <pc:chgData name="Syed Rehan" userId="cdb5a83e171f1232" providerId="LiveId" clId="{88EE759A-E161-467D-8629-51778B2E5AAE}" dt="2025-12-17T19:14:27.208" v="47" actId="47"/>
        <pc:sldMkLst>
          <pc:docMk/>
          <pc:sldMk cId="0" sldId="274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A4506-A915-448E-9713-B5DD9F6916BA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F2F1A-C623-4ADB-A14D-87DE4DB5B6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33691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A4506-A915-448E-9713-B5DD9F6916BA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F2F1A-C623-4ADB-A14D-87DE4DB5B6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11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A4506-A915-448E-9713-B5DD9F6916BA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F2F1A-C623-4ADB-A14D-87DE4DB5B6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74438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A4506-A915-448E-9713-B5DD9F6916BA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F2F1A-C623-4ADB-A14D-87DE4DB5B6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99510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A4506-A915-448E-9713-B5DD9F6916BA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F2F1A-C623-4ADB-A14D-87DE4DB5B6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19187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A4506-A915-448E-9713-B5DD9F6916BA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F2F1A-C623-4ADB-A14D-87DE4DB5B6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94236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A4506-A915-448E-9713-B5DD9F6916BA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F2F1A-C623-4ADB-A14D-87DE4DB5B6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88664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A4506-A915-448E-9713-B5DD9F6916BA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F2F1A-C623-4ADB-A14D-87DE4DB5B6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91669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A4506-A915-448E-9713-B5DD9F6916BA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F2F1A-C623-4ADB-A14D-87DE4DB5B6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650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A4506-A915-448E-9713-B5DD9F6916BA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F2F1A-C623-4ADB-A14D-87DE4DB5B6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26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54781"/>
            <a:ext cx="2057400" cy="329088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54781"/>
            <a:ext cx="6019800" cy="32908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A4506-A915-448E-9713-B5DD9F6916BA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F2F1A-C623-4ADB-A14D-87DE4DB5B6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4980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AA4506-A915-448E-9713-B5DD9F6916BA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6F2F1A-C623-4ADB-A14D-87DE4DB5B6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77981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ANZAR\Desktop\Training Course Templates\PPT 1\COver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152400"/>
            <a:ext cx="8971332" cy="4933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 descr="C:\Users\ANZAR\Desktop\UMT LOGO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0918" y="2800350"/>
            <a:ext cx="762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1671918" y="1286988"/>
            <a:ext cx="531373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FF0000"/>
                </a:solidFill>
              </a:rPr>
              <a:t>Creating the responsive supply chain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81400" y="2488852"/>
            <a:ext cx="2971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1400" dirty="0">
              <a:solidFill>
                <a:schemeClr val="bg1"/>
              </a:solidFill>
            </a:endParaRPr>
          </a:p>
          <a:p>
            <a:pPr algn="ctr"/>
            <a:endParaRPr lang="en-US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69578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ANZAR\Desktop\Training Course Templates\PPT 1\COver-02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738" y="57151"/>
            <a:ext cx="8729662" cy="49089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1066800" y="438150"/>
            <a:ext cx="292426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Main Title Goes Here….</a:t>
            </a:r>
          </a:p>
        </p:txBody>
      </p:sp>
      <p:pic>
        <p:nvPicPr>
          <p:cNvPr id="2052" name="Picture 4" descr="C:\Users\ANZAR\Desktop\Training Course Templates\PPT 1\COver-03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003" y="104360"/>
            <a:ext cx="8893969" cy="50023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6705600" y="4564792"/>
            <a:ext cx="14457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www.umt.edu.pk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DC753E-5005-0D85-37A1-0EAC472A0BA6}"/>
              </a:ext>
            </a:extLst>
          </p:cNvPr>
          <p:cNvSpPr txBox="1"/>
          <p:nvPr/>
        </p:nvSpPr>
        <p:spPr>
          <a:xfrm>
            <a:off x="914400" y="1117098"/>
            <a:ext cx="67056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Product ‘push’ versus demand ‘pull’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The Japanese philosophy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/>
              <a:t>The foundations of agility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/>
              <a:t>A route-map to responsiveness</a:t>
            </a:r>
          </a:p>
        </p:txBody>
      </p:sp>
    </p:spTree>
    <p:extLst>
      <p:ext uri="{BB962C8B-B14F-4D97-AF65-F5344CB8AC3E}">
        <p14:creationId xmlns:p14="http://schemas.microsoft.com/office/powerpoint/2010/main" val="41651027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758196C4-F237-B53B-2A3D-A708CB2B5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9550"/>
            <a:ext cx="8229600" cy="6667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The foundations of agility 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4051747-734D-7AC1-C46C-4C94DAE4A2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876301"/>
            <a:ext cx="8686800" cy="4057650"/>
          </a:xfrm>
        </p:spPr>
        <p:txBody>
          <a:bodyPr/>
          <a:lstStyle/>
          <a:p>
            <a:r>
              <a:rPr dirty="0"/>
              <a:t>Ability to respond rapidly to demand &amp; supply changes</a:t>
            </a:r>
          </a:p>
          <a:p>
            <a:pPr marL="400050" lvl="1" indent="0">
              <a:buNone/>
            </a:pPr>
            <a:r>
              <a:rPr dirty="0"/>
              <a:t>Network-wide concept</a:t>
            </a:r>
          </a:p>
          <a:p>
            <a:pPr marL="400050" lvl="1" indent="0">
              <a:buNone/>
            </a:pPr>
            <a:r>
              <a:rPr dirty="0"/>
              <a:t>Requires collaboration &amp; shared information</a:t>
            </a:r>
          </a:p>
          <a:p>
            <a:r>
              <a:rPr dirty="0"/>
              <a:t>Discussion:</a:t>
            </a:r>
          </a:p>
          <a:p>
            <a:r>
              <a:rPr dirty="0"/>
              <a:t>Is agility possible without collaboration across firms?</a:t>
            </a:r>
            <a:r>
              <a:rPr lang="en-US" dirty="0"/>
              <a:t> (Pen Down your Answers)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467799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Agility Matters Today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dirty="0"/>
              <a:t>Volatile demand</a:t>
            </a:r>
          </a:p>
          <a:p>
            <a:r>
              <a:rPr dirty="0"/>
              <a:t>Shorter product life cycles</a:t>
            </a:r>
          </a:p>
          <a:p>
            <a:r>
              <a:rPr dirty="0"/>
              <a:t>Customer-driven markets</a:t>
            </a:r>
          </a:p>
          <a:p>
            <a:r>
              <a:rPr dirty="0"/>
              <a:t>Competitive pressure</a:t>
            </a:r>
          </a:p>
          <a:p>
            <a:endParaRPr dirty="0"/>
          </a:p>
          <a:p>
            <a:pPr marL="0" indent="0">
              <a:buNone/>
            </a:pPr>
            <a:r>
              <a:rPr dirty="0"/>
              <a:t>Discussion:</a:t>
            </a:r>
          </a:p>
          <a:p>
            <a:r>
              <a:rPr dirty="0"/>
              <a:t>Which Pakistani industry faces the highest demand volatility? Why?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1 </a:t>
            </a:r>
            <a:r>
              <a:rPr lang="en-US" dirty="0" err="1"/>
              <a:t>Synchronise</a:t>
            </a:r>
            <a:r>
              <a:rPr lang="en-US" dirty="0"/>
              <a:t> activities through shared information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200151"/>
            <a:ext cx="8686800" cy="3394472"/>
          </a:xfrm>
        </p:spPr>
        <p:txBody>
          <a:bodyPr>
            <a:normAutofit fontScale="92500" lnSpcReduction="20000"/>
          </a:bodyPr>
          <a:lstStyle/>
          <a:p>
            <a:r>
              <a:rPr dirty="0"/>
              <a:t>One set of numbers</a:t>
            </a:r>
          </a:p>
          <a:p>
            <a:r>
              <a:rPr dirty="0"/>
              <a:t>Shared demand, inventory &amp; capacity data</a:t>
            </a:r>
          </a:p>
          <a:p>
            <a:r>
              <a:rPr dirty="0"/>
              <a:t>Reduces bullwhip effect</a:t>
            </a:r>
          </a:p>
          <a:p>
            <a:endParaRPr dirty="0"/>
          </a:p>
          <a:p>
            <a:pPr marL="0" indent="0">
              <a:buNone/>
            </a:pPr>
            <a:r>
              <a:rPr dirty="0"/>
              <a:t>Discussion:</a:t>
            </a:r>
          </a:p>
          <a:p>
            <a:r>
              <a:rPr dirty="0"/>
              <a:t>What prevents Pakistani firms from sharing real-time data?</a:t>
            </a:r>
            <a:r>
              <a:rPr lang="en-US" dirty="0"/>
              <a:t> (Very Important Point)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 </a:t>
            </a:r>
            <a:r>
              <a:rPr dirty="0"/>
              <a:t>Work Smarter, Not Harder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dirty="0"/>
              <a:t>Remove non-value-adding activities</a:t>
            </a:r>
          </a:p>
          <a:p>
            <a:r>
              <a:rPr dirty="0"/>
              <a:t>Process re-engineering</a:t>
            </a:r>
          </a:p>
          <a:p>
            <a:r>
              <a:rPr dirty="0"/>
              <a:t>Parallel processing</a:t>
            </a:r>
          </a:p>
          <a:p>
            <a:endParaRPr dirty="0"/>
          </a:p>
          <a:p>
            <a:pPr marL="0" indent="0">
              <a:buNone/>
            </a:pPr>
            <a:r>
              <a:rPr dirty="0"/>
              <a:t>Discussion:</a:t>
            </a:r>
          </a:p>
          <a:p>
            <a:r>
              <a:rPr dirty="0"/>
              <a:t>Give examples of non-value-adding activities in local supply chains.</a:t>
            </a:r>
            <a:r>
              <a:rPr lang="en-US" dirty="0"/>
              <a:t> (As per your visit)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 </a:t>
            </a:r>
            <a:r>
              <a:rPr dirty="0"/>
              <a:t>Partner with Suppliers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dirty="0"/>
              <a:t>Close collaboration</a:t>
            </a:r>
          </a:p>
          <a:p>
            <a:r>
              <a:rPr dirty="0"/>
              <a:t>Joint problem-solving teams</a:t>
            </a:r>
          </a:p>
          <a:p>
            <a:r>
              <a:rPr dirty="0"/>
              <a:t>ERP/SAP integration</a:t>
            </a:r>
          </a:p>
          <a:p>
            <a:pPr marL="0" indent="0">
              <a:buNone/>
            </a:pPr>
            <a:r>
              <a:rPr dirty="0"/>
              <a:t>Discussion:</a:t>
            </a:r>
          </a:p>
          <a:p>
            <a:r>
              <a:rPr dirty="0"/>
              <a:t>Why do firms hesitate to collaborate closely with suppliers?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 </a:t>
            </a:r>
            <a:r>
              <a:rPr dirty="0"/>
              <a:t>Reduce Complexity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dirty="0"/>
              <a:t>Excessive SKUs</a:t>
            </a:r>
            <a:r>
              <a:rPr lang="en-US" dirty="0"/>
              <a:t> (Stock Keeping Units)</a:t>
            </a:r>
            <a:endParaRPr dirty="0"/>
          </a:p>
          <a:p>
            <a:r>
              <a:rPr dirty="0"/>
              <a:t>Fragmented demand</a:t>
            </a:r>
          </a:p>
          <a:p>
            <a:r>
              <a:rPr dirty="0"/>
              <a:t>Frequent product changes</a:t>
            </a:r>
          </a:p>
          <a:p>
            <a:endParaRPr dirty="0"/>
          </a:p>
          <a:p>
            <a:pPr marL="0" indent="0">
              <a:buNone/>
            </a:pPr>
            <a:r>
              <a:rPr dirty="0"/>
              <a:t>Discussion:</a:t>
            </a:r>
          </a:p>
          <a:p>
            <a:r>
              <a:rPr dirty="0"/>
              <a:t>Does product variety always increase sales?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5 </a:t>
            </a:r>
            <a:r>
              <a:rPr dirty="0"/>
              <a:t>Postponement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lvl="0"/>
            <a:r>
              <a:rPr lang="en-US" dirty="0"/>
              <a:t>Delay final product configuration, packaging, or distribution</a:t>
            </a:r>
          </a:p>
          <a:p>
            <a:pPr lvl="0"/>
            <a:r>
              <a:rPr lang="en-US" dirty="0"/>
              <a:t>Products remain </a:t>
            </a:r>
            <a:r>
              <a:rPr lang="en-US" b="1" dirty="0"/>
              <a:t>generic</a:t>
            </a:r>
            <a:r>
              <a:rPr lang="en-US" dirty="0"/>
              <a:t> as long as possible</a:t>
            </a:r>
          </a:p>
          <a:p>
            <a:pPr marL="0" indent="0">
              <a:buNone/>
            </a:pPr>
            <a:r>
              <a:rPr lang="en-US" dirty="0"/>
              <a:t>Types:</a:t>
            </a:r>
          </a:p>
          <a:p>
            <a:pPr lvl="0"/>
            <a:r>
              <a:rPr lang="en-US" dirty="0"/>
              <a:t>Form postponement (late assembly/configuration)</a:t>
            </a:r>
          </a:p>
          <a:p>
            <a:pPr lvl="0"/>
            <a:r>
              <a:rPr lang="en-US" dirty="0"/>
              <a:t>Place postponement (</a:t>
            </a:r>
            <a:r>
              <a:rPr lang="en-US" dirty="0" err="1"/>
              <a:t>centralised</a:t>
            </a:r>
            <a:r>
              <a:rPr lang="en-US" dirty="0"/>
              <a:t> inventory)</a:t>
            </a:r>
          </a:p>
          <a:p>
            <a:pPr marL="0" indent="0">
              <a:buNone/>
            </a:pPr>
            <a:r>
              <a:rPr lang="en-US" dirty="0"/>
              <a:t>Benefits:</a:t>
            </a:r>
          </a:p>
          <a:p>
            <a:pPr lvl="0"/>
            <a:r>
              <a:rPr lang="en-US" dirty="0"/>
              <a:t>Lower inventory risk</a:t>
            </a:r>
          </a:p>
          <a:p>
            <a:pPr lvl="0"/>
            <a:r>
              <a:rPr lang="en-US" dirty="0"/>
              <a:t>Higher flexibility and availability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6 </a:t>
            </a:r>
            <a:r>
              <a:rPr dirty="0"/>
              <a:t>Manage Processes, Not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Functional silos slow decision-making</a:t>
            </a:r>
          </a:p>
          <a:p>
            <a:r>
              <a:rPr lang="en-US" dirty="0"/>
              <a:t>Agile firms focus on </a:t>
            </a:r>
            <a:r>
              <a:rPr lang="en-US" b="1" dirty="0"/>
              <a:t>end-to-end processes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Customer-facing</a:t>
            </a:r>
          </a:p>
          <a:p>
            <a:pPr lvl="1"/>
            <a:r>
              <a:rPr lang="en-US" dirty="0"/>
              <a:t>Cross-functional</a:t>
            </a:r>
          </a:p>
          <a:p>
            <a:r>
              <a:rPr lang="en-US" dirty="0"/>
              <a:t>Use interdisciplinary process teams</a:t>
            </a:r>
          </a:p>
          <a:p>
            <a:r>
              <a:rPr lang="en-US" dirty="0"/>
              <a:t>Faster response due to fewer hand-offs and flatter decision structures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7 </a:t>
            </a:r>
            <a:r>
              <a:rPr dirty="0"/>
              <a:t>Performance Metrics for Agility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dirty="0"/>
              <a:t>Time-based metrics</a:t>
            </a:r>
          </a:p>
          <a:p>
            <a:r>
              <a:rPr dirty="0"/>
              <a:t>Perfect order fulfilment</a:t>
            </a:r>
          </a:p>
          <a:p>
            <a:r>
              <a:rPr dirty="0"/>
              <a:t>Time-to-market</a:t>
            </a:r>
          </a:p>
          <a:p>
            <a:pPr marL="0" indent="0">
              <a:buNone/>
            </a:pPr>
            <a:r>
              <a:rPr dirty="0"/>
              <a:t>Discussion:</a:t>
            </a:r>
          </a:p>
          <a:p>
            <a:r>
              <a:rPr dirty="0"/>
              <a:t>Which KPIs discourage agility in Pakistani firms?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Pakistani Case – FMCG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dirty="0"/>
              <a:t>Companies: Nestlé, Unilever, Engro</a:t>
            </a:r>
          </a:p>
          <a:p>
            <a:r>
              <a:rPr dirty="0"/>
              <a:t>POS-based replenishment</a:t>
            </a:r>
          </a:p>
          <a:p>
            <a:r>
              <a:rPr dirty="0"/>
              <a:t>SKU </a:t>
            </a:r>
            <a:r>
              <a:rPr dirty="0" err="1"/>
              <a:t>rationalisation</a:t>
            </a:r>
            <a:endParaRPr dirty="0"/>
          </a:p>
          <a:p>
            <a:endParaRPr dirty="0"/>
          </a:p>
          <a:p>
            <a:pPr marL="0" indent="0">
              <a:buNone/>
            </a:pPr>
            <a:r>
              <a:rPr dirty="0"/>
              <a:t>Discussion:</a:t>
            </a:r>
          </a:p>
          <a:p>
            <a:r>
              <a:rPr dirty="0"/>
              <a:t>How can local retailers support FMCG agility?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Mini Assessment Case (Pakistan)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dirty="0"/>
              <a:t>A Karachi-based FMCG firm supplies 500 retail outlets.</a:t>
            </a:r>
          </a:p>
          <a:p>
            <a:r>
              <a:rPr dirty="0"/>
              <a:t>Average demand = 10,000 units/week.</a:t>
            </a:r>
          </a:p>
          <a:p>
            <a:r>
              <a:rPr dirty="0"/>
              <a:t>Current lead time = 3 weeks.</a:t>
            </a:r>
          </a:p>
          <a:p>
            <a:endParaRPr dirty="0"/>
          </a:p>
          <a:p>
            <a:pPr marL="0" indent="0">
              <a:buNone/>
            </a:pPr>
            <a:r>
              <a:rPr dirty="0"/>
              <a:t>Tasks:</a:t>
            </a:r>
          </a:p>
          <a:p>
            <a:pPr marL="0" indent="0">
              <a:buNone/>
            </a:pPr>
            <a:r>
              <a:rPr dirty="0"/>
              <a:t>1. Calculate pipeline inventory.</a:t>
            </a:r>
          </a:p>
          <a:p>
            <a:pPr marL="0" indent="0">
              <a:buNone/>
            </a:pPr>
            <a:r>
              <a:rPr dirty="0"/>
              <a:t>2. Suggest two agility strategies.</a:t>
            </a:r>
          </a:p>
          <a:p>
            <a:pPr marL="0" indent="0">
              <a:buNone/>
            </a:pPr>
            <a:r>
              <a:rPr dirty="0"/>
              <a:t>3. Identify one performance metric to improve responsiveness.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lowchart: Document 9">
            <a:extLst>
              <a:ext uri="{FF2B5EF4-FFF2-40B4-BE49-F238E27FC236}">
                <a16:creationId xmlns:a16="http://schemas.microsoft.com/office/drawing/2014/main" id="{D12DDE76-C203-4047-9998-63900085B5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8631" y="0"/>
            <a:ext cx="2436019" cy="2550319"/>
          </a:xfrm>
          <a:prstGeom prst="flowChartDocumen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76DA1B-C011-DCE7-6DCC-FC3C0E7961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28371"/>
            <a:ext cx="2130136" cy="177836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24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 routemap to responsiveness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092EE0B-31D7-4B1A-4350-AC9CFEDAA0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3904387" y="-875244"/>
            <a:ext cx="4127812" cy="611897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9815998-AC13-49AA-867E-BDE97A8BF10E}"/>
              </a:ext>
            </a:extLst>
          </p:cNvPr>
          <p:cNvSpPr txBox="1"/>
          <p:nvPr/>
        </p:nvSpPr>
        <p:spPr>
          <a:xfrm>
            <a:off x="443744" y="4355945"/>
            <a:ext cx="868832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Modern businesses must be </a:t>
            </a:r>
            <a:r>
              <a:rPr lang="en-US" b="1" dirty="0"/>
              <a:t>market-driven</a:t>
            </a:r>
            <a:r>
              <a:rPr lang="en-US" dirty="0"/>
              <a:t>, not internally driven. Competitive advantage comes from </a:t>
            </a:r>
            <a:r>
              <a:rPr lang="en-US" b="1" dirty="0"/>
              <a:t>responsiveness across the entire supply chain</a:t>
            </a:r>
            <a:r>
              <a:rPr lang="en-US" dirty="0"/>
              <a:t>, not cost efficiency alone.</a:t>
            </a:r>
          </a:p>
        </p:txBody>
      </p:sp>
    </p:spTree>
    <p:extLst>
      <p:ext uri="{BB962C8B-B14F-4D97-AF65-F5344CB8AC3E}">
        <p14:creationId xmlns:p14="http://schemas.microsoft.com/office/powerpoint/2010/main" val="18155962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E24D5A-DB10-5C85-022E-C57DE2F6DF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720" y="120252"/>
            <a:ext cx="8763000" cy="8572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Key Elements of a Responsive Business: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373C84-F17B-FED7-0BF3-3B57D83B92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895350"/>
            <a:ext cx="8763000" cy="4127897"/>
          </a:xfrm>
        </p:spPr>
        <p:txBody>
          <a:bodyPr>
            <a:normAutofit fontScale="62500" lnSpcReduction="20000"/>
          </a:bodyPr>
          <a:lstStyle/>
          <a:p>
            <a:pPr lvl="0"/>
            <a:r>
              <a:rPr lang="en-US" b="1" dirty="0" err="1"/>
              <a:t>Organisational</a:t>
            </a:r>
            <a:r>
              <a:rPr lang="en-US" b="1" dirty="0"/>
              <a:t> Agility:</a:t>
            </a:r>
            <a:br>
              <a:rPr lang="en-US" dirty="0"/>
            </a:br>
            <a:r>
              <a:rPr lang="en-US" dirty="0"/>
              <a:t>Cross-functional, process-oriented teams replacing functional silos.</a:t>
            </a:r>
          </a:p>
          <a:p>
            <a:pPr lvl="0"/>
            <a:r>
              <a:rPr lang="en-US" b="1" dirty="0"/>
              <a:t>Agile Supply:</a:t>
            </a:r>
            <a:br>
              <a:rPr lang="en-US" dirty="0"/>
            </a:br>
            <a:r>
              <a:rPr lang="en-US" dirty="0"/>
              <a:t>Close supplier collaboration, synchronized production, and shared information.</a:t>
            </a:r>
          </a:p>
          <a:p>
            <a:pPr lvl="0"/>
            <a:r>
              <a:rPr lang="en-US" b="1" dirty="0"/>
              <a:t>Demand-Driven Focus:</a:t>
            </a:r>
            <a:br>
              <a:rPr lang="en-US" dirty="0"/>
            </a:br>
            <a:r>
              <a:rPr lang="en-US" dirty="0"/>
              <a:t>Real customer demand visibility and continuous information flow.</a:t>
            </a:r>
          </a:p>
          <a:p>
            <a:pPr lvl="0"/>
            <a:r>
              <a:rPr lang="en-US" b="1" dirty="0"/>
              <a:t>Lean Foundation:</a:t>
            </a:r>
            <a:br>
              <a:rPr lang="en-US" dirty="0"/>
            </a:br>
            <a:r>
              <a:rPr lang="en-US" dirty="0"/>
              <a:t>Waste reduction, standardization, economies of scale, and capacity management.</a:t>
            </a:r>
          </a:p>
          <a:p>
            <a:pPr lvl="0"/>
            <a:r>
              <a:rPr lang="en-US" b="1" dirty="0"/>
              <a:t>Decoupling &amp; Postponement:</a:t>
            </a:r>
            <a:br>
              <a:rPr lang="en-US" dirty="0"/>
            </a:br>
            <a:r>
              <a:rPr lang="en-US" dirty="0"/>
              <a:t>Lean upstream (forecast-driven) + Agile downstream (order-driven) operations.</a:t>
            </a:r>
          </a:p>
          <a:p>
            <a:r>
              <a:rPr lang="en-US" b="1" dirty="0"/>
              <a:t>Outcome:</a:t>
            </a:r>
            <a:br>
              <a:rPr lang="en-US" dirty="0"/>
            </a:br>
            <a:r>
              <a:rPr lang="en-US" dirty="0"/>
              <a:t>Firms that integrate these elements respond faster to customer needs and consistently outperform </a:t>
            </a:r>
            <a:r>
              <a:rPr lang="en-US"/>
              <a:t>competitors.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6282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285</TotalTime>
  <Words>524</Words>
  <Application>Microsoft Office PowerPoint</Application>
  <PresentationFormat>On-screen Show (16:9)</PresentationFormat>
  <Paragraphs>95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The foundations of agility </vt:lpstr>
      <vt:lpstr>Why Agility Matters Today</vt:lpstr>
      <vt:lpstr>1 Synchronise activities through shared information</vt:lpstr>
      <vt:lpstr>2 Work Smarter, Not Harder</vt:lpstr>
      <vt:lpstr>3 Partner with Suppliers</vt:lpstr>
      <vt:lpstr>4 Reduce Complexity</vt:lpstr>
      <vt:lpstr>5 Postponement Strategy</vt:lpstr>
      <vt:lpstr>6 Manage Processes, Not Functions</vt:lpstr>
      <vt:lpstr>7 Performance Metrics for Agility</vt:lpstr>
      <vt:lpstr>Pakistani Case – FMCG</vt:lpstr>
      <vt:lpstr>Mini Assessment Case (Pakistan)</vt:lpstr>
      <vt:lpstr>A routemap to responsiveness</vt:lpstr>
      <vt:lpstr>Key Elements of a Responsive Business: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ANZAR</dc:creator>
  <cp:lastModifiedBy>SEN CLASS ROOM</cp:lastModifiedBy>
  <cp:revision>14</cp:revision>
  <dcterms:created xsi:type="dcterms:W3CDTF">2020-07-28T21:31:04Z</dcterms:created>
  <dcterms:modified xsi:type="dcterms:W3CDTF">2025-12-23T08:38:25Z</dcterms:modified>
</cp:coreProperties>
</file>