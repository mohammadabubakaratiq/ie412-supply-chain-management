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51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1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5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A4506-A915-448E-9713-B5DD9F6916B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NZAR\Desktop\Training Course Templates\PPT 1\C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8971332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ZAR\Desktop\UMT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18" y="28003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90800" y="1353644"/>
            <a:ext cx="5313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Measuring logistics costs and performance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81400" y="2488852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95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NZAR\Desktop\Training Course Templates\PPT 1\COver-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57151"/>
            <a:ext cx="8729662" cy="490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66800" y="438150"/>
            <a:ext cx="2924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Main Title Goes Here….</a:t>
            </a:r>
          </a:p>
        </p:txBody>
      </p:sp>
      <p:pic>
        <p:nvPicPr>
          <p:cNvPr id="2052" name="Picture 4" descr="C:\Users\ANZAR\Desktop\Training Course Templates\PPT 1\COver-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3804"/>
            <a:ext cx="8893969" cy="50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05600" y="4564792"/>
            <a:ext cx="14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www.umt.edu.pk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C753E-5005-0D85-37A1-0EAC472A0BA6}"/>
              </a:ext>
            </a:extLst>
          </p:cNvPr>
          <p:cNvSpPr txBox="1"/>
          <p:nvPr/>
        </p:nvSpPr>
        <p:spPr>
          <a:xfrm>
            <a:off x="914400" y="1136878"/>
            <a:ext cx="670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lead-time gap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Improving the visibility of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supply chain fulcrum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 for capacity, execute against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Demand management and planning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Collaborative planning, forecasting and replenishment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510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96C4-F237-B53B-2A3D-A708CB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lead-time gap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FA53E-CD07-BC22-A68D-304065BD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276350"/>
            <a:ext cx="3714750" cy="3495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A8111C-30DA-8725-994A-EDCF9AB9C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303374"/>
            <a:ext cx="35909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0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33B1-22E4-E894-3610-4F66AE189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05979"/>
            <a:ext cx="9144000" cy="857250"/>
          </a:xfrm>
        </p:spPr>
        <p:txBody>
          <a:bodyPr>
            <a:normAutofit/>
          </a:bodyPr>
          <a:lstStyle/>
          <a:p>
            <a:r>
              <a:rPr lang="en-US" dirty="0"/>
              <a:t>Improving the visibility of demand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DD1DA-6761-1139-EE33-705977F71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6362"/>
            <a:ext cx="3838575" cy="2390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28EEDD-FDF1-DF75-07BE-042121FA596F}"/>
              </a:ext>
            </a:extLst>
          </p:cNvPr>
          <p:cNvSpPr txBox="1"/>
          <p:nvPr/>
        </p:nvSpPr>
        <p:spPr>
          <a:xfrm>
            <a:off x="457200" y="1200150"/>
            <a:ext cx="3962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many cases companies have an inadequate ‘visibility’ of real demand. By ‘real’ demand we mean the demand in the final marketplace, not the ‘derived’ demand filtered upstream through intermediary </a:t>
            </a:r>
            <a:r>
              <a:rPr lang="en-US" dirty="0" err="1"/>
              <a:t>organisations</a:t>
            </a:r>
            <a:r>
              <a:rPr lang="en-US" dirty="0"/>
              <a:t> that may lie between the company and the final user. The challenge is to find a way to receive earlier warning of the customers’ requirements. </a:t>
            </a:r>
          </a:p>
        </p:txBody>
      </p:sp>
    </p:spTree>
    <p:extLst>
      <p:ext uri="{BB962C8B-B14F-4D97-AF65-F5344CB8AC3E}">
        <p14:creationId xmlns:p14="http://schemas.microsoft.com/office/powerpoint/2010/main" val="355138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121</Words>
  <Application>Microsoft Office PowerPoint</Application>
  <PresentationFormat>On-screen Show (16:9)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The lead-time gap</vt:lpstr>
      <vt:lpstr>Improving the visibility of demand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ANZAR</dc:creator>
  <cp:lastModifiedBy>Syed</cp:lastModifiedBy>
  <cp:revision>10</cp:revision>
  <dcterms:created xsi:type="dcterms:W3CDTF">2020-07-28T21:31:04Z</dcterms:created>
  <dcterms:modified xsi:type="dcterms:W3CDTF">2023-01-28T15:00:14Z</dcterms:modified>
</cp:coreProperties>
</file>